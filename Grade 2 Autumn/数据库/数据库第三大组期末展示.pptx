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92" r:id="rId3"/>
    <p:sldId id="393" r:id="rId4"/>
    <p:sldId id="394" r:id="rId5"/>
    <p:sldId id="381" r:id="rId6"/>
    <p:sldId id="425" r:id="rId7"/>
    <p:sldId id="431" r:id="rId8"/>
    <p:sldId id="412" r:id="rId9"/>
    <p:sldId id="443" r:id="rId10"/>
    <p:sldId id="444" r:id="rId11"/>
    <p:sldId id="399" r:id="rId12"/>
    <p:sldId id="413" r:id="rId13"/>
    <p:sldId id="426" r:id="rId14"/>
    <p:sldId id="402" r:id="rId15"/>
    <p:sldId id="427" r:id="rId16"/>
    <p:sldId id="428" r:id="rId17"/>
    <p:sldId id="429" r:id="rId18"/>
    <p:sldId id="417" r:id="rId19"/>
    <p:sldId id="405" r:id="rId20"/>
    <p:sldId id="418" r:id="rId21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5DC7989-6E1F-4029-9DFC-467F01D3AAD2}">
          <p14:sldIdLst>
            <p14:sldId id="392"/>
            <p14:sldId id="393"/>
            <p14:sldId id="394"/>
            <p14:sldId id="381"/>
            <p14:sldId id="425"/>
            <p14:sldId id="431"/>
            <p14:sldId id="412"/>
            <p14:sldId id="443"/>
            <p14:sldId id="444"/>
            <p14:sldId id="399"/>
            <p14:sldId id="413"/>
            <p14:sldId id="426"/>
            <p14:sldId id="402"/>
            <p14:sldId id="427"/>
            <p14:sldId id="428"/>
            <p14:sldId id="429"/>
            <p14:sldId id="417"/>
            <p14:sldId id="405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5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E242B"/>
    <a:srgbClr val="CB2B0C"/>
    <a:srgbClr val="DB3C37"/>
    <a:srgbClr val="C19892"/>
    <a:srgbClr val="AE5E53"/>
    <a:srgbClr val="D6806C"/>
    <a:srgbClr val="CA5C43"/>
    <a:srgbClr val="F4F4F4"/>
    <a:srgbClr val="BEB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192" y="60"/>
      </p:cViewPr>
      <p:guideLst>
        <p:guide pos="2880"/>
        <p:guide orient="horz" pos="15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6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52718" y="1249045"/>
            <a:ext cx="1847868" cy="1849756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11"/>
          </p:nvPr>
        </p:nvSpPr>
        <p:spPr>
          <a:xfrm>
            <a:off x="2455651" y="1249045"/>
            <a:ext cx="1847868" cy="1849756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2"/>
          <p:cNvSpPr>
            <a:spLocks noGrp="1"/>
          </p:cNvSpPr>
          <p:nvPr>
            <p:ph type="pic" sz="quarter" idx="12"/>
          </p:nvPr>
        </p:nvSpPr>
        <p:spPr>
          <a:xfrm>
            <a:off x="4758584" y="1249045"/>
            <a:ext cx="1847868" cy="1849756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13"/>
          </p:nvPr>
        </p:nvSpPr>
        <p:spPr>
          <a:xfrm>
            <a:off x="7061518" y="1249045"/>
            <a:ext cx="1847868" cy="1849756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45722" y="1173696"/>
            <a:ext cx="2488071" cy="17329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645722" y="3004619"/>
            <a:ext cx="2488071" cy="17329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6010207" y="1173696"/>
            <a:ext cx="2488071" cy="17329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6010207" y="3004619"/>
            <a:ext cx="2488071" cy="17329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3238996" y="1173696"/>
            <a:ext cx="2665415" cy="356390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75148" y="2679147"/>
            <a:ext cx="2176215" cy="157560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3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620140" y="2679147"/>
            <a:ext cx="2176215" cy="157560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347644" y="2679147"/>
            <a:ext cx="2176215" cy="157560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892637" y="2679147"/>
            <a:ext cx="2176215" cy="157560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96AAE-631E-41FD-8FC9-6EAFB56BE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9AB58-482A-49A7-97BE-25AC2FA89E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7" Type="http://schemas.openxmlformats.org/officeDocument/2006/relationships/slideLayout" Target="../slideLayouts/slideLayout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9" Type="http://schemas.openxmlformats.org/officeDocument/2006/relationships/slideLayout" Target="../slideLayouts/slideLayout15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9" Type="http://schemas.openxmlformats.org/officeDocument/2006/relationships/slideLayout" Target="../slideLayouts/slideLayout15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101.xml"/><Relationship Id="rId33" Type="http://schemas.openxmlformats.org/officeDocument/2006/relationships/tags" Target="../tags/tag100.xml"/><Relationship Id="rId32" Type="http://schemas.openxmlformats.org/officeDocument/2006/relationships/tags" Target="../tags/tag99.xml"/><Relationship Id="rId31" Type="http://schemas.openxmlformats.org/officeDocument/2006/relationships/tags" Target="../tags/tag98.xml"/><Relationship Id="rId30" Type="http://schemas.openxmlformats.org/officeDocument/2006/relationships/tags" Target="../tags/tag97.xml"/><Relationship Id="rId3" Type="http://schemas.openxmlformats.org/officeDocument/2006/relationships/tags" Target="../tags/tag70.xml"/><Relationship Id="rId29" Type="http://schemas.openxmlformats.org/officeDocument/2006/relationships/tags" Target="../tags/tag96.xml"/><Relationship Id="rId28" Type="http://schemas.openxmlformats.org/officeDocument/2006/relationships/tags" Target="../tags/tag95.xml"/><Relationship Id="rId27" Type="http://schemas.openxmlformats.org/officeDocument/2006/relationships/tags" Target="../tags/tag94.xml"/><Relationship Id="rId26" Type="http://schemas.openxmlformats.org/officeDocument/2006/relationships/tags" Target="../tags/tag93.xml"/><Relationship Id="rId25" Type="http://schemas.openxmlformats.org/officeDocument/2006/relationships/tags" Target="../tags/tag92.xml"/><Relationship Id="rId24" Type="http://schemas.openxmlformats.org/officeDocument/2006/relationships/tags" Target="../tags/tag91.xml"/><Relationship Id="rId23" Type="http://schemas.openxmlformats.org/officeDocument/2006/relationships/tags" Target="../tags/tag90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9" Type="http://schemas.openxmlformats.org/officeDocument/2006/relationships/slideLayout" Target="../slideLayouts/slideLayout15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7" Type="http://schemas.openxmlformats.org/officeDocument/2006/relationships/slideLayout" Target="../slideLayouts/slideLayout15.xml"/><Relationship Id="rId16" Type="http://schemas.openxmlformats.org/officeDocument/2006/relationships/tags" Target="../tags/tag152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6" Type="http://schemas.openxmlformats.org/officeDocument/2006/relationships/slideLayout" Target="../slideLayouts/slideLayout15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140710" y="3110230"/>
            <a:ext cx="50819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第三大组，成员：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张一硕、石耀军、陈晓旭、黄子健、殷石、李代强、廖江洪、赖盛蔚。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3132942" y="1806412"/>
            <a:ext cx="3738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数据库小组展示</a:t>
            </a:r>
            <a:endParaRPr lang="zh-CN" altLang="en-US" sz="4000" b="1" kern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32942" y="2518449"/>
            <a:ext cx="560800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四川大学电子信息学院</a:t>
            </a:r>
            <a:endParaRPr lang="zh-CN" altLang="en-US" sz="1100" b="1" i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132942" y="2776577"/>
            <a:ext cx="4639581" cy="333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</a:rPr>
              <a:t>简化的CRM系统设计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29761" y="3161222"/>
            <a:ext cx="353176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25" name="任意多边形: 形状 24"/>
            <p:cNvSpPr/>
            <p:nvPr/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Freeform 12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" name="Freeform 14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Freeform 1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1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1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8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3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6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 txBox="1">
            <a:spLocks noChangeArrowheads="1"/>
          </p:cNvSpPr>
          <p:nvPr/>
        </p:nvSpPr>
        <p:spPr bwMode="auto">
          <a:xfrm>
            <a:off x="4572000" y="730704"/>
            <a:ext cx="1706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>
                <a:solidFill>
                  <a:schemeClr val="accent1"/>
                </a:solidFill>
                <a:latin typeface="+mj-ea"/>
                <a:ea typeface="+mj-ea"/>
              </a:rPr>
              <a:t>项目需求分析</a:t>
            </a:r>
            <a:endParaRPr lang="zh-CN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4572000" y="1111345"/>
            <a:ext cx="1833880" cy="229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900" b="1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兰亭黑_GBK" panose="02000000000000000000" charset="-122"/>
              </a:rPr>
              <a:t>Project Requirements Analysis</a:t>
            </a:r>
            <a:endParaRPr lang="en-US" altLang="zh-CN" sz="900" b="1" i="1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兰亭黑_GBK" panose="02000000000000000000" charset="-122"/>
            </a:endParaRPr>
          </a:p>
        </p:txBody>
      </p:sp>
      <p:sp>
        <p:nvSpPr>
          <p:cNvPr id="27" name="文本框 6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 txBox="1">
            <a:spLocks noChangeArrowheads="1"/>
          </p:cNvSpPr>
          <p:nvPr/>
        </p:nvSpPr>
        <p:spPr bwMode="auto">
          <a:xfrm>
            <a:off x="4623725" y="1810632"/>
            <a:ext cx="1198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>
                <a:solidFill>
                  <a:schemeClr val="accent1"/>
                </a:solidFill>
                <a:latin typeface="+mj-ea"/>
                <a:ea typeface="+mj-ea"/>
              </a:rPr>
              <a:t>项目设计</a:t>
            </a:r>
            <a:endParaRPr lang="zh-CN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4623725" y="2191565"/>
            <a:ext cx="973455" cy="229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 b="1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兰亭黑_GBK" panose="02000000000000000000" charset="-122"/>
              </a:rPr>
              <a:t>Project Design</a:t>
            </a:r>
            <a:endParaRPr lang="en-US" altLang="zh-CN" sz="900" b="1" i="1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兰亭黑_GBK" panose="02000000000000000000" charset="-122"/>
            </a:endParaRPr>
          </a:p>
        </p:txBody>
      </p:sp>
      <p:sp>
        <p:nvSpPr>
          <p:cNvPr id="33" name="文本框 6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 txBox="1">
            <a:spLocks noChangeArrowheads="1"/>
          </p:cNvSpPr>
          <p:nvPr/>
        </p:nvSpPr>
        <p:spPr bwMode="auto">
          <a:xfrm>
            <a:off x="4623725" y="2925660"/>
            <a:ext cx="1198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>
                <a:solidFill>
                  <a:schemeClr val="accent1"/>
                </a:solidFill>
                <a:latin typeface="+mj-ea"/>
                <a:ea typeface="+mj-ea"/>
              </a:rPr>
              <a:t>数据展示</a:t>
            </a:r>
            <a:endParaRPr lang="zh-CN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5" name="矩形 44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4623725" y="3324393"/>
            <a:ext cx="882015" cy="229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 b="1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兰亭黑_GBK" panose="02000000000000000000" charset="-122"/>
              </a:rPr>
              <a:t>Data Display</a:t>
            </a:r>
            <a:endParaRPr lang="en-US" altLang="zh-CN" sz="900" b="1" i="1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兰亭黑_GBK" panose="02000000000000000000" charset="-122"/>
            </a:endParaRPr>
          </a:p>
        </p:txBody>
      </p:sp>
      <p:sp>
        <p:nvSpPr>
          <p:cNvPr id="46" name="文本框 6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 txBox="1">
            <a:spLocks noChangeArrowheads="1"/>
          </p:cNvSpPr>
          <p:nvPr/>
        </p:nvSpPr>
        <p:spPr bwMode="auto">
          <a:xfrm>
            <a:off x="4623725" y="4129439"/>
            <a:ext cx="1198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>
                <a:solidFill>
                  <a:schemeClr val="accent1"/>
                </a:solidFill>
                <a:latin typeface="+mj-ea"/>
                <a:ea typeface="+mj-ea"/>
              </a:rPr>
              <a:t>小组分工</a:t>
            </a:r>
            <a:endParaRPr lang="zh-CN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7" name="矩形 46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4623725" y="4528172"/>
            <a:ext cx="1434465" cy="229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 b="1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兰亭黑_GBK" panose="02000000000000000000" charset="-122"/>
              </a:rPr>
              <a:t>Group division of labor</a:t>
            </a:r>
            <a:endParaRPr lang="en-US" altLang="zh-CN" sz="900" b="1" i="1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兰亭黑_GBK" panose="02000000000000000000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4731053" y="1572623"/>
            <a:ext cx="292744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4731053" y="2712211"/>
            <a:ext cx="292744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4731053" y="3906390"/>
            <a:ext cx="292744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3920634" y="738231"/>
            <a:ext cx="530915" cy="499288"/>
            <a:chOff x="4723393" y="687897"/>
            <a:chExt cx="695789" cy="654342"/>
          </a:xfrm>
        </p:grpSpPr>
        <p:sp>
          <p:nvSpPr>
            <p:cNvPr id="58" name="椭圆 57"/>
            <p:cNvSpPr/>
            <p:nvPr/>
          </p:nvSpPr>
          <p:spPr>
            <a:xfrm>
              <a:off x="4744117" y="687897"/>
              <a:ext cx="654342" cy="6543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4723393" y="722682"/>
              <a:ext cx="695789" cy="605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>
                <a:defRPr/>
              </a:pPr>
              <a:r>
                <a:rPr lang="en-US" altLang="zh-CN" sz="2400" b="1" kern="100">
                  <a:solidFill>
                    <a:schemeClr val="bg1"/>
                  </a:solidFill>
                  <a:latin typeface="+mj-lt"/>
                  <a:ea typeface="+mj-ea"/>
                  <a:cs typeface="Times New Roman" panose="02020603050405020304" pitchFamily="18" charset="0"/>
                </a:rPr>
                <a:t>01</a:t>
              </a:r>
              <a:endParaRPr lang="zh-CN" altLang="en-US" sz="2400" b="1" kern="10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920634" y="1849947"/>
            <a:ext cx="530915" cy="499288"/>
            <a:chOff x="4710666" y="1799613"/>
            <a:chExt cx="695789" cy="654342"/>
          </a:xfrm>
        </p:grpSpPr>
        <p:sp>
          <p:nvSpPr>
            <p:cNvPr id="59" name="椭圆 58"/>
            <p:cNvSpPr/>
            <p:nvPr/>
          </p:nvSpPr>
          <p:spPr>
            <a:xfrm>
              <a:off x="4731390" y="1799613"/>
              <a:ext cx="654342" cy="6543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4710666" y="1834398"/>
              <a:ext cx="695789" cy="605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>
                <a:defRPr/>
              </a:pPr>
              <a:r>
                <a:rPr lang="en-US" altLang="zh-CN" sz="2400" b="1" kern="100">
                  <a:solidFill>
                    <a:schemeClr val="bg1"/>
                  </a:solidFill>
                  <a:latin typeface="+mj-lt"/>
                  <a:ea typeface="+mj-ea"/>
                  <a:cs typeface="Times New Roman" panose="02020603050405020304" pitchFamily="18" charset="0"/>
                </a:rPr>
                <a:t>02</a:t>
              </a:r>
              <a:endParaRPr lang="zh-CN" altLang="en-US" sz="2400" b="1" kern="10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920634" y="2961663"/>
            <a:ext cx="530915" cy="499288"/>
            <a:chOff x="4710666" y="2911329"/>
            <a:chExt cx="695789" cy="654342"/>
          </a:xfrm>
        </p:grpSpPr>
        <p:sp>
          <p:nvSpPr>
            <p:cNvPr id="60" name="椭圆 59"/>
            <p:cNvSpPr/>
            <p:nvPr/>
          </p:nvSpPr>
          <p:spPr>
            <a:xfrm>
              <a:off x="4731390" y="2911329"/>
              <a:ext cx="654342" cy="6543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4710666" y="2934557"/>
              <a:ext cx="695789" cy="605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>
                <a:defRPr/>
              </a:pPr>
              <a:r>
                <a:rPr lang="en-US" altLang="zh-CN" sz="2400" b="1" kern="100">
                  <a:solidFill>
                    <a:schemeClr val="bg1"/>
                  </a:solidFill>
                  <a:latin typeface="+mj-lt"/>
                  <a:ea typeface="+mj-ea"/>
                  <a:cs typeface="Times New Roman" panose="02020603050405020304" pitchFamily="18" charset="0"/>
                </a:rPr>
                <a:t>03</a:t>
              </a:r>
              <a:endParaRPr lang="zh-CN" altLang="en-US" sz="2400" b="1" kern="10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920634" y="4073378"/>
            <a:ext cx="530915" cy="499288"/>
            <a:chOff x="4719199" y="4023044"/>
            <a:chExt cx="695789" cy="654342"/>
          </a:xfrm>
        </p:grpSpPr>
        <p:sp>
          <p:nvSpPr>
            <p:cNvPr id="61" name="椭圆 60"/>
            <p:cNvSpPr/>
            <p:nvPr/>
          </p:nvSpPr>
          <p:spPr>
            <a:xfrm>
              <a:off x="4739923" y="4023044"/>
              <a:ext cx="654342" cy="6543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4719199" y="4053767"/>
              <a:ext cx="695789" cy="605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>
                <a:defRPr/>
              </a:pPr>
              <a:r>
                <a:rPr lang="en-US" altLang="zh-CN" sz="2400" b="1" kern="100">
                  <a:solidFill>
                    <a:schemeClr val="bg1"/>
                  </a:solidFill>
                  <a:latin typeface="+mj-lt"/>
                  <a:ea typeface="+mj-ea"/>
                  <a:cs typeface="Times New Roman" panose="02020603050405020304" pitchFamily="18" charset="0"/>
                </a:rPr>
                <a:t>04</a:t>
              </a:r>
              <a:endParaRPr lang="zh-CN" altLang="en-US" sz="2400" b="1" kern="10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矩形 61"/>
          <p:cNvSpPr/>
          <p:nvPr/>
        </p:nvSpPr>
        <p:spPr bwMode="auto">
          <a:xfrm>
            <a:off x="7746667" y="0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00" cap="none" spc="0" normalizeH="0" baseline="0" noProof="0">
                <a:ln>
                  <a:noFill/>
                </a:ln>
                <a:solidFill>
                  <a:srgbClr val="BE24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目录</a:t>
            </a:r>
            <a:endParaRPr kumimoji="0" lang="zh-CN" altLang="en-US" sz="4000" b="0" i="0" u="none" strike="noStrike" kern="100" cap="none" spc="0" normalizeH="0" baseline="0" noProof="0">
              <a:ln>
                <a:noFill/>
              </a:ln>
              <a:solidFill>
                <a:srgbClr val="BE24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7685756" y="665310"/>
            <a:ext cx="1332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  <a:t>CONTENTS</a:t>
            </a:r>
            <a:endParaRPr kumimoji="0" lang="zh-CN" altLang="en-US" sz="1600" b="1" i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entury Gothic" panose="020B0502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9" name="任意多边形: 形状 24"/>
            <p:cNvSpPr/>
            <p:nvPr>
              <p:custDataLst>
                <p:tags r:id="rId2"/>
              </p:custDataLst>
            </p:nvPr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0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23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132942" y="1806412"/>
            <a:ext cx="400812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01 </a:t>
            </a:r>
            <a:r>
              <a:rPr lang="zh-CN" altLang="en-US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项目需求分析</a:t>
            </a:r>
            <a:endParaRPr lang="zh-CN" altLang="en-US" sz="4000" b="1" kern="100">
              <a:solidFill>
                <a:schemeClr val="accent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32942" y="2518449"/>
            <a:ext cx="560800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b="1" i="1">
                <a:solidFill>
                  <a:schemeClr val="accent1"/>
                </a:solidFill>
                <a:latin typeface="+mj-lt"/>
              </a:rPr>
              <a:t>Project Requirements Analysis</a:t>
            </a:r>
            <a:endParaRPr lang="en-US" altLang="zh-CN" sz="1100" b="1" i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4" name="任意多边形: 形状 24"/>
            <p:cNvSpPr/>
            <p:nvPr>
              <p:custDataLst>
                <p:tags r:id="rId2"/>
              </p:custDataLst>
            </p:nvPr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" name="Freeform 12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Freeform 1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1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16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7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1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0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3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3190875" y="2876550"/>
            <a:ext cx="3570605" cy="567055"/>
            <a:chOff x="5025" y="5403"/>
            <a:chExt cx="5623" cy="893"/>
          </a:xfrm>
        </p:grpSpPr>
        <p:cxnSp>
          <p:nvCxnSpPr>
            <p:cNvPr id="17" name="直接连接符 16"/>
            <p:cNvCxnSpPr/>
            <p:nvPr>
              <p:custDataLst>
                <p:tags r:id="rId17"/>
              </p:custDataLst>
            </p:nvPr>
          </p:nvCxnSpPr>
          <p:spPr>
            <a:xfrm>
              <a:off x="5086" y="5403"/>
              <a:ext cx="556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: 圆角 29"/>
            <p:cNvSpPr/>
            <p:nvPr>
              <p:custDataLst>
                <p:tags r:id="rId18"/>
              </p:custDataLst>
            </p:nvPr>
          </p:nvSpPr>
          <p:spPr>
            <a:xfrm>
              <a:off x="5025" y="5866"/>
              <a:ext cx="1779" cy="43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  <a:latin typeface="+mj-ea"/>
                  <a:ea typeface="+mj-ea"/>
                </a:rPr>
                <a:t>1ST</a:t>
              </a:r>
              <a:endParaRPr lang="en-US" altLang="zh-CN" sz="12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0" y="100668"/>
            <a:ext cx="2959671" cy="813732"/>
            <a:chOff x="0" y="159"/>
            <a:chExt cx="4661" cy="1281"/>
          </a:xfrm>
        </p:grpSpPr>
        <p:grpSp>
          <p:nvGrpSpPr>
            <p:cNvPr id="30" name="组合 29"/>
            <p:cNvGrpSpPr/>
            <p:nvPr/>
          </p:nvGrpSpPr>
          <p:grpSpPr>
            <a:xfrm>
              <a:off x="725" y="403"/>
              <a:ext cx="3936" cy="919"/>
              <a:chOff x="301053" y="227004"/>
              <a:chExt cx="2499550" cy="583217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331511" y="227004"/>
                <a:ext cx="2469092" cy="3680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lang="zh-CN" altLang="en-US" sz="1800" b="1" kern="100" dirty="0">
                    <a:solidFill>
                      <a:srgbClr val="BE242B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信息需求（业务内容）</a:t>
                </a:r>
                <a:endParaRPr lang="zh-CN" altLang="en-US" sz="1800" b="1" kern="100" dirty="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01053" y="596336"/>
                <a:ext cx="1414266" cy="21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l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  <a:ea typeface="方正兰亭黑_GBK" panose="02000000000000000000" charset="-122"/>
                  </a:rPr>
                  <a:t>Information requirements</a:t>
                </a:r>
                <a:endPara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endParaRPr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0" y="159"/>
              <a:ext cx="641" cy="1281"/>
            </a:xfrm>
            <a:custGeom>
              <a:avLst/>
              <a:gdLst>
                <a:gd name="connsiteX0" fmla="*/ 0 w 406866"/>
                <a:gd name="connsiteY0" fmla="*/ 0 h 813732"/>
                <a:gd name="connsiteX1" fmla="*/ 406866 w 406866"/>
                <a:gd name="connsiteY1" fmla="*/ 406866 h 813732"/>
                <a:gd name="connsiteX2" fmla="*/ 0 w 406866"/>
                <a:gd name="connsiteY2" fmla="*/ 813732 h 81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866" h="813732">
                  <a:moveTo>
                    <a:pt x="0" y="0"/>
                  </a:moveTo>
                  <a:cubicBezTo>
                    <a:pt x="224706" y="0"/>
                    <a:pt x="406866" y="182160"/>
                    <a:pt x="406866" y="406866"/>
                  </a:cubicBezTo>
                  <a:cubicBezTo>
                    <a:pt x="406866" y="631572"/>
                    <a:pt x="224706" y="813732"/>
                    <a:pt x="0" y="81373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77253" y="1541928"/>
            <a:ext cx="1649505" cy="1478057"/>
            <a:chOff x="3039035" y="1093693"/>
            <a:chExt cx="1649505" cy="1478057"/>
          </a:xfrm>
        </p:grpSpPr>
        <p:sp>
          <p:nvSpPr>
            <p:cNvPr id="19" name="椭圆 18"/>
            <p:cNvSpPr/>
            <p:nvPr/>
          </p:nvSpPr>
          <p:spPr>
            <a:xfrm>
              <a:off x="3039035" y="2235739"/>
              <a:ext cx="1649505" cy="336011"/>
            </a:xfrm>
            <a:prstGeom prst="ellipse">
              <a:avLst/>
            </a:prstGeom>
            <a:gradFill flip="none" rotWithShape="1">
              <a:gsLst>
                <a:gs pos="0">
                  <a:srgbClr val="BE242B">
                    <a:alpha val="49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3137646" y="2151529"/>
              <a:ext cx="1452282" cy="295836"/>
            </a:xfrm>
            <a:prstGeom prst="ellipse">
              <a:avLst/>
            </a:prstGeom>
            <a:gradFill flip="none" rotWithShape="1">
              <a:gsLst>
                <a:gs pos="0">
                  <a:srgbClr val="BE242B">
                    <a:alpha val="36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37"/>
            <p:cNvSpPr/>
            <p:nvPr/>
          </p:nvSpPr>
          <p:spPr bwMode="auto">
            <a:xfrm rot="10800000">
              <a:off x="3332148" y="1093693"/>
              <a:ext cx="1063279" cy="1183350"/>
            </a:xfrm>
            <a:custGeom>
              <a:avLst/>
              <a:gdLst>
                <a:gd name="connsiteX0" fmla="*/ 1143000 w 2286000"/>
                <a:gd name="connsiteY0" fmla="*/ 2618576 h 2618576"/>
                <a:gd name="connsiteX1" fmla="*/ 994237 w 2286000"/>
                <a:gd name="connsiteY1" fmla="*/ 2583337 h 2618576"/>
                <a:gd name="connsiteX2" fmla="*/ 183475 w 2286000"/>
                <a:gd name="connsiteY2" fmla="*/ 2180245 h 2618576"/>
                <a:gd name="connsiteX3" fmla="*/ 0 w 2286000"/>
                <a:gd name="connsiteY3" fmla="*/ 1883491 h 2618576"/>
                <a:gd name="connsiteX4" fmla="*/ 0 w 2286000"/>
                <a:gd name="connsiteY4" fmla="*/ 1377876 h 2618576"/>
                <a:gd name="connsiteX5" fmla="*/ 0 w 2286000"/>
                <a:gd name="connsiteY5" fmla="*/ 1309288 h 2618576"/>
                <a:gd name="connsiteX6" fmla="*/ 0 w 2286000"/>
                <a:gd name="connsiteY6" fmla="*/ 1195170 h 2618576"/>
                <a:gd name="connsiteX7" fmla="*/ 0 w 2286000"/>
                <a:gd name="connsiteY7" fmla="*/ 735085 h 2618576"/>
                <a:gd name="connsiteX8" fmla="*/ 183475 w 2286000"/>
                <a:gd name="connsiteY8" fmla="*/ 438331 h 2618576"/>
                <a:gd name="connsiteX9" fmla="*/ 994236 w 2286000"/>
                <a:gd name="connsiteY9" fmla="*/ 35239 h 2618576"/>
                <a:gd name="connsiteX10" fmla="*/ 1143000 w 2286000"/>
                <a:gd name="connsiteY10" fmla="*/ 0 h 2618576"/>
                <a:gd name="connsiteX11" fmla="*/ 1291763 w 2286000"/>
                <a:gd name="connsiteY11" fmla="*/ 35239 h 2618576"/>
                <a:gd name="connsiteX12" fmla="*/ 2102525 w 2286000"/>
                <a:gd name="connsiteY12" fmla="*/ 438331 h 2618576"/>
                <a:gd name="connsiteX13" fmla="*/ 2286000 w 2286000"/>
                <a:gd name="connsiteY13" fmla="*/ 735085 h 2618576"/>
                <a:gd name="connsiteX14" fmla="*/ 2286000 w 2286000"/>
                <a:gd name="connsiteY14" fmla="*/ 1240700 h 2618576"/>
                <a:gd name="connsiteX15" fmla="*/ 2286000 w 2286000"/>
                <a:gd name="connsiteY15" fmla="*/ 1309288 h 2618576"/>
                <a:gd name="connsiteX16" fmla="*/ 2286000 w 2286000"/>
                <a:gd name="connsiteY16" fmla="*/ 1423406 h 2618576"/>
                <a:gd name="connsiteX17" fmla="*/ 2286000 w 2286000"/>
                <a:gd name="connsiteY17" fmla="*/ 1883491 h 2618576"/>
                <a:gd name="connsiteX18" fmla="*/ 2102525 w 2286000"/>
                <a:gd name="connsiteY18" fmla="*/ 2180245 h 2618576"/>
                <a:gd name="connsiteX19" fmla="*/ 1291764 w 2286000"/>
                <a:gd name="connsiteY19" fmla="*/ 2583337 h 2618576"/>
                <a:gd name="connsiteX20" fmla="*/ 1143000 w 2286000"/>
                <a:gd name="connsiteY20" fmla="*/ 2618576 h 261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6000" h="2618576">
                  <a:moveTo>
                    <a:pt x="1143000" y="2618576"/>
                  </a:moveTo>
                  <a:cubicBezTo>
                    <a:pt x="1092172" y="2618576"/>
                    <a:pt x="1041345" y="2606830"/>
                    <a:pt x="994237" y="2583337"/>
                  </a:cubicBezTo>
                  <a:cubicBezTo>
                    <a:pt x="183475" y="2180245"/>
                    <a:pt x="183475" y="2180245"/>
                    <a:pt x="183475" y="2180245"/>
                  </a:cubicBezTo>
                  <a:cubicBezTo>
                    <a:pt x="71902" y="2123367"/>
                    <a:pt x="0" y="2009612"/>
                    <a:pt x="0" y="1883491"/>
                  </a:cubicBezTo>
                  <a:cubicBezTo>
                    <a:pt x="0" y="1679009"/>
                    <a:pt x="0" y="1512867"/>
                    <a:pt x="0" y="1377876"/>
                  </a:cubicBezTo>
                  <a:lnTo>
                    <a:pt x="0" y="1309288"/>
                  </a:lnTo>
                  <a:lnTo>
                    <a:pt x="0" y="1195170"/>
                  </a:lnTo>
                  <a:cubicBezTo>
                    <a:pt x="0" y="735085"/>
                    <a:pt x="0" y="735085"/>
                    <a:pt x="0" y="735085"/>
                  </a:cubicBezTo>
                  <a:cubicBezTo>
                    <a:pt x="0" y="608964"/>
                    <a:pt x="71902" y="495209"/>
                    <a:pt x="183475" y="438331"/>
                  </a:cubicBezTo>
                  <a:cubicBezTo>
                    <a:pt x="994236" y="35239"/>
                    <a:pt x="994236" y="35239"/>
                    <a:pt x="994236" y="35239"/>
                  </a:cubicBezTo>
                  <a:cubicBezTo>
                    <a:pt x="1041345" y="11746"/>
                    <a:pt x="1092172" y="0"/>
                    <a:pt x="1143000" y="0"/>
                  </a:cubicBezTo>
                  <a:cubicBezTo>
                    <a:pt x="1193828" y="0"/>
                    <a:pt x="1244655" y="11746"/>
                    <a:pt x="1291763" y="35239"/>
                  </a:cubicBezTo>
                  <a:cubicBezTo>
                    <a:pt x="2102525" y="438331"/>
                    <a:pt x="2102525" y="438331"/>
                    <a:pt x="2102525" y="438331"/>
                  </a:cubicBezTo>
                  <a:cubicBezTo>
                    <a:pt x="2214098" y="495209"/>
                    <a:pt x="2286000" y="608964"/>
                    <a:pt x="2286000" y="735085"/>
                  </a:cubicBezTo>
                  <a:cubicBezTo>
                    <a:pt x="2286000" y="939567"/>
                    <a:pt x="2286000" y="1105709"/>
                    <a:pt x="2286000" y="1240700"/>
                  </a:cubicBezTo>
                  <a:lnTo>
                    <a:pt x="2286000" y="1309288"/>
                  </a:lnTo>
                  <a:lnTo>
                    <a:pt x="2286000" y="1423406"/>
                  </a:lnTo>
                  <a:cubicBezTo>
                    <a:pt x="2286000" y="1883491"/>
                    <a:pt x="2286000" y="1883491"/>
                    <a:pt x="2286000" y="1883491"/>
                  </a:cubicBezTo>
                  <a:cubicBezTo>
                    <a:pt x="2286000" y="2009612"/>
                    <a:pt x="2214098" y="2123367"/>
                    <a:pt x="2102525" y="2180245"/>
                  </a:cubicBezTo>
                  <a:cubicBezTo>
                    <a:pt x="1291764" y="2583337"/>
                    <a:pt x="1291764" y="2583337"/>
                    <a:pt x="1291764" y="2583337"/>
                  </a:cubicBezTo>
                  <a:cubicBezTo>
                    <a:pt x="1244655" y="2606830"/>
                    <a:pt x="1193828" y="2618576"/>
                    <a:pt x="1143000" y="2618576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矩形 25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919574" y="3236207"/>
            <a:ext cx="1564862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 b="1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</a:rPr>
              <a:t>管理全国各地的企业客户基本信息</a:t>
            </a:r>
            <a:endParaRPr lang="zh-CN" altLang="en-US" sz="1600" b="1">
              <a:solidFill>
                <a:srgbClr val="BE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747247" y="1550893"/>
            <a:ext cx="1649505" cy="1478057"/>
            <a:chOff x="3039035" y="1093693"/>
            <a:chExt cx="1649505" cy="1478057"/>
          </a:xfrm>
        </p:grpSpPr>
        <p:sp>
          <p:nvSpPr>
            <p:cNvPr id="28" name="椭圆 27"/>
            <p:cNvSpPr/>
            <p:nvPr/>
          </p:nvSpPr>
          <p:spPr>
            <a:xfrm>
              <a:off x="3039035" y="2235739"/>
              <a:ext cx="1649505" cy="336011"/>
            </a:xfrm>
            <a:prstGeom prst="ellipse">
              <a:avLst/>
            </a:prstGeom>
            <a:gradFill flip="none" rotWithShape="1">
              <a:gsLst>
                <a:gs pos="0">
                  <a:srgbClr val="BE242B">
                    <a:alpha val="49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3137646" y="2151529"/>
              <a:ext cx="1452282" cy="295836"/>
            </a:xfrm>
            <a:prstGeom prst="ellipse">
              <a:avLst/>
            </a:prstGeom>
            <a:gradFill flip="none" rotWithShape="1">
              <a:gsLst>
                <a:gs pos="0">
                  <a:srgbClr val="BE242B">
                    <a:alpha val="36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任意多边形 37"/>
            <p:cNvSpPr/>
            <p:nvPr/>
          </p:nvSpPr>
          <p:spPr bwMode="auto">
            <a:xfrm rot="10800000">
              <a:off x="3332148" y="1093693"/>
              <a:ext cx="1063279" cy="1183350"/>
            </a:xfrm>
            <a:custGeom>
              <a:avLst/>
              <a:gdLst>
                <a:gd name="connsiteX0" fmla="*/ 1143000 w 2286000"/>
                <a:gd name="connsiteY0" fmla="*/ 2618576 h 2618576"/>
                <a:gd name="connsiteX1" fmla="*/ 994237 w 2286000"/>
                <a:gd name="connsiteY1" fmla="*/ 2583337 h 2618576"/>
                <a:gd name="connsiteX2" fmla="*/ 183475 w 2286000"/>
                <a:gd name="connsiteY2" fmla="*/ 2180245 h 2618576"/>
                <a:gd name="connsiteX3" fmla="*/ 0 w 2286000"/>
                <a:gd name="connsiteY3" fmla="*/ 1883491 h 2618576"/>
                <a:gd name="connsiteX4" fmla="*/ 0 w 2286000"/>
                <a:gd name="connsiteY4" fmla="*/ 1377876 h 2618576"/>
                <a:gd name="connsiteX5" fmla="*/ 0 w 2286000"/>
                <a:gd name="connsiteY5" fmla="*/ 1309288 h 2618576"/>
                <a:gd name="connsiteX6" fmla="*/ 0 w 2286000"/>
                <a:gd name="connsiteY6" fmla="*/ 1195170 h 2618576"/>
                <a:gd name="connsiteX7" fmla="*/ 0 w 2286000"/>
                <a:gd name="connsiteY7" fmla="*/ 735085 h 2618576"/>
                <a:gd name="connsiteX8" fmla="*/ 183475 w 2286000"/>
                <a:gd name="connsiteY8" fmla="*/ 438331 h 2618576"/>
                <a:gd name="connsiteX9" fmla="*/ 994236 w 2286000"/>
                <a:gd name="connsiteY9" fmla="*/ 35239 h 2618576"/>
                <a:gd name="connsiteX10" fmla="*/ 1143000 w 2286000"/>
                <a:gd name="connsiteY10" fmla="*/ 0 h 2618576"/>
                <a:gd name="connsiteX11" fmla="*/ 1291763 w 2286000"/>
                <a:gd name="connsiteY11" fmla="*/ 35239 h 2618576"/>
                <a:gd name="connsiteX12" fmla="*/ 2102525 w 2286000"/>
                <a:gd name="connsiteY12" fmla="*/ 438331 h 2618576"/>
                <a:gd name="connsiteX13" fmla="*/ 2286000 w 2286000"/>
                <a:gd name="connsiteY13" fmla="*/ 735085 h 2618576"/>
                <a:gd name="connsiteX14" fmla="*/ 2286000 w 2286000"/>
                <a:gd name="connsiteY14" fmla="*/ 1240700 h 2618576"/>
                <a:gd name="connsiteX15" fmla="*/ 2286000 w 2286000"/>
                <a:gd name="connsiteY15" fmla="*/ 1309288 h 2618576"/>
                <a:gd name="connsiteX16" fmla="*/ 2286000 w 2286000"/>
                <a:gd name="connsiteY16" fmla="*/ 1423406 h 2618576"/>
                <a:gd name="connsiteX17" fmla="*/ 2286000 w 2286000"/>
                <a:gd name="connsiteY17" fmla="*/ 1883491 h 2618576"/>
                <a:gd name="connsiteX18" fmla="*/ 2102525 w 2286000"/>
                <a:gd name="connsiteY18" fmla="*/ 2180245 h 2618576"/>
                <a:gd name="connsiteX19" fmla="*/ 1291764 w 2286000"/>
                <a:gd name="connsiteY19" fmla="*/ 2583337 h 2618576"/>
                <a:gd name="connsiteX20" fmla="*/ 1143000 w 2286000"/>
                <a:gd name="connsiteY20" fmla="*/ 2618576 h 261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6000" h="2618576">
                  <a:moveTo>
                    <a:pt x="1143000" y="2618576"/>
                  </a:moveTo>
                  <a:cubicBezTo>
                    <a:pt x="1092172" y="2618576"/>
                    <a:pt x="1041345" y="2606830"/>
                    <a:pt x="994237" y="2583337"/>
                  </a:cubicBezTo>
                  <a:cubicBezTo>
                    <a:pt x="183475" y="2180245"/>
                    <a:pt x="183475" y="2180245"/>
                    <a:pt x="183475" y="2180245"/>
                  </a:cubicBezTo>
                  <a:cubicBezTo>
                    <a:pt x="71902" y="2123367"/>
                    <a:pt x="0" y="2009612"/>
                    <a:pt x="0" y="1883491"/>
                  </a:cubicBezTo>
                  <a:cubicBezTo>
                    <a:pt x="0" y="1679009"/>
                    <a:pt x="0" y="1512867"/>
                    <a:pt x="0" y="1377876"/>
                  </a:cubicBezTo>
                  <a:lnTo>
                    <a:pt x="0" y="1309288"/>
                  </a:lnTo>
                  <a:lnTo>
                    <a:pt x="0" y="1195170"/>
                  </a:lnTo>
                  <a:cubicBezTo>
                    <a:pt x="0" y="735085"/>
                    <a:pt x="0" y="735085"/>
                    <a:pt x="0" y="735085"/>
                  </a:cubicBezTo>
                  <a:cubicBezTo>
                    <a:pt x="0" y="608964"/>
                    <a:pt x="71902" y="495209"/>
                    <a:pt x="183475" y="438331"/>
                  </a:cubicBezTo>
                  <a:cubicBezTo>
                    <a:pt x="994236" y="35239"/>
                    <a:pt x="994236" y="35239"/>
                    <a:pt x="994236" y="35239"/>
                  </a:cubicBezTo>
                  <a:cubicBezTo>
                    <a:pt x="1041345" y="11746"/>
                    <a:pt x="1092172" y="0"/>
                    <a:pt x="1143000" y="0"/>
                  </a:cubicBezTo>
                  <a:cubicBezTo>
                    <a:pt x="1193828" y="0"/>
                    <a:pt x="1244655" y="11746"/>
                    <a:pt x="1291763" y="35239"/>
                  </a:cubicBezTo>
                  <a:cubicBezTo>
                    <a:pt x="2102525" y="438331"/>
                    <a:pt x="2102525" y="438331"/>
                    <a:pt x="2102525" y="438331"/>
                  </a:cubicBezTo>
                  <a:cubicBezTo>
                    <a:pt x="2214098" y="495209"/>
                    <a:pt x="2286000" y="608964"/>
                    <a:pt x="2286000" y="735085"/>
                  </a:cubicBezTo>
                  <a:cubicBezTo>
                    <a:pt x="2286000" y="939567"/>
                    <a:pt x="2286000" y="1105709"/>
                    <a:pt x="2286000" y="1240700"/>
                  </a:cubicBezTo>
                  <a:lnTo>
                    <a:pt x="2286000" y="1309288"/>
                  </a:lnTo>
                  <a:lnTo>
                    <a:pt x="2286000" y="1423406"/>
                  </a:lnTo>
                  <a:cubicBezTo>
                    <a:pt x="2286000" y="1883491"/>
                    <a:pt x="2286000" y="1883491"/>
                    <a:pt x="2286000" y="1883491"/>
                  </a:cubicBezTo>
                  <a:cubicBezTo>
                    <a:pt x="2286000" y="2009612"/>
                    <a:pt x="2214098" y="2123367"/>
                    <a:pt x="2102525" y="2180245"/>
                  </a:cubicBezTo>
                  <a:cubicBezTo>
                    <a:pt x="1291764" y="2583337"/>
                    <a:pt x="1291764" y="2583337"/>
                    <a:pt x="1291764" y="2583337"/>
                  </a:cubicBezTo>
                  <a:cubicBezTo>
                    <a:pt x="1244655" y="2606830"/>
                    <a:pt x="1193828" y="2618576"/>
                    <a:pt x="1143000" y="2618576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矩形 7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3789568" y="3245172"/>
            <a:ext cx="1564862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 b="1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</a:rPr>
              <a:t>掌握客户单位内部的各个联系人信息</a:t>
            </a:r>
            <a:endParaRPr lang="zh-CN" altLang="en-US" sz="1600" b="1">
              <a:solidFill>
                <a:srgbClr val="BE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535270" y="1568822"/>
            <a:ext cx="1649505" cy="1478057"/>
            <a:chOff x="3039035" y="1093693"/>
            <a:chExt cx="1649505" cy="1478057"/>
          </a:xfrm>
        </p:grpSpPr>
        <p:sp>
          <p:nvSpPr>
            <p:cNvPr id="10" name="椭圆 9"/>
            <p:cNvSpPr/>
            <p:nvPr/>
          </p:nvSpPr>
          <p:spPr>
            <a:xfrm>
              <a:off x="3039035" y="2235739"/>
              <a:ext cx="1649505" cy="336011"/>
            </a:xfrm>
            <a:prstGeom prst="ellipse">
              <a:avLst/>
            </a:prstGeom>
            <a:gradFill flip="none" rotWithShape="1">
              <a:gsLst>
                <a:gs pos="0">
                  <a:srgbClr val="BE242B">
                    <a:alpha val="49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137646" y="2151529"/>
              <a:ext cx="1452282" cy="295836"/>
            </a:xfrm>
            <a:prstGeom prst="ellipse">
              <a:avLst/>
            </a:prstGeom>
            <a:gradFill flip="none" rotWithShape="1">
              <a:gsLst>
                <a:gs pos="0">
                  <a:srgbClr val="BE242B">
                    <a:alpha val="36000"/>
                  </a:srgb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7"/>
            <p:cNvSpPr/>
            <p:nvPr/>
          </p:nvSpPr>
          <p:spPr bwMode="auto">
            <a:xfrm rot="10800000">
              <a:off x="3332148" y="1093693"/>
              <a:ext cx="1063279" cy="1183350"/>
            </a:xfrm>
            <a:custGeom>
              <a:avLst/>
              <a:gdLst>
                <a:gd name="connsiteX0" fmla="*/ 1143000 w 2286000"/>
                <a:gd name="connsiteY0" fmla="*/ 2618576 h 2618576"/>
                <a:gd name="connsiteX1" fmla="*/ 994237 w 2286000"/>
                <a:gd name="connsiteY1" fmla="*/ 2583337 h 2618576"/>
                <a:gd name="connsiteX2" fmla="*/ 183475 w 2286000"/>
                <a:gd name="connsiteY2" fmla="*/ 2180245 h 2618576"/>
                <a:gd name="connsiteX3" fmla="*/ 0 w 2286000"/>
                <a:gd name="connsiteY3" fmla="*/ 1883491 h 2618576"/>
                <a:gd name="connsiteX4" fmla="*/ 0 w 2286000"/>
                <a:gd name="connsiteY4" fmla="*/ 1377876 h 2618576"/>
                <a:gd name="connsiteX5" fmla="*/ 0 w 2286000"/>
                <a:gd name="connsiteY5" fmla="*/ 1309288 h 2618576"/>
                <a:gd name="connsiteX6" fmla="*/ 0 w 2286000"/>
                <a:gd name="connsiteY6" fmla="*/ 1195170 h 2618576"/>
                <a:gd name="connsiteX7" fmla="*/ 0 w 2286000"/>
                <a:gd name="connsiteY7" fmla="*/ 735085 h 2618576"/>
                <a:gd name="connsiteX8" fmla="*/ 183475 w 2286000"/>
                <a:gd name="connsiteY8" fmla="*/ 438331 h 2618576"/>
                <a:gd name="connsiteX9" fmla="*/ 994236 w 2286000"/>
                <a:gd name="connsiteY9" fmla="*/ 35239 h 2618576"/>
                <a:gd name="connsiteX10" fmla="*/ 1143000 w 2286000"/>
                <a:gd name="connsiteY10" fmla="*/ 0 h 2618576"/>
                <a:gd name="connsiteX11" fmla="*/ 1291763 w 2286000"/>
                <a:gd name="connsiteY11" fmla="*/ 35239 h 2618576"/>
                <a:gd name="connsiteX12" fmla="*/ 2102525 w 2286000"/>
                <a:gd name="connsiteY12" fmla="*/ 438331 h 2618576"/>
                <a:gd name="connsiteX13" fmla="*/ 2286000 w 2286000"/>
                <a:gd name="connsiteY13" fmla="*/ 735085 h 2618576"/>
                <a:gd name="connsiteX14" fmla="*/ 2286000 w 2286000"/>
                <a:gd name="connsiteY14" fmla="*/ 1240700 h 2618576"/>
                <a:gd name="connsiteX15" fmla="*/ 2286000 w 2286000"/>
                <a:gd name="connsiteY15" fmla="*/ 1309288 h 2618576"/>
                <a:gd name="connsiteX16" fmla="*/ 2286000 w 2286000"/>
                <a:gd name="connsiteY16" fmla="*/ 1423406 h 2618576"/>
                <a:gd name="connsiteX17" fmla="*/ 2286000 w 2286000"/>
                <a:gd name="connsiteY17" fmla="*/ 1883491 h 2618576"/>
                <a:gd name="connsiteX18" fmla="*/ 2102525 w 2286000"/>
                <a:gd name="connsiteY18" fmla="*/ 2180245 h 2618576"/>
                <a:gd name="connsiteX19" fmla="*/ 1291764 w 2286000"/>
                <a:gd name="connsiteY19" fmla="*/ 2583337 h 2618576"/>
                <a:gd name="connsiteX20" fmla="*/ 1143000 w 2286000"/>
                <a:gd name="connsiteY20" fmla="*/ 2618576 h 261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6000" h="2618576">
                  <a:moveTo>
                    <a:pt x="1143000" y="2618576"/>
                  </a:moveTo>
                  <a:cubicBezTo>
                    <a:pt x="1092172" y="2618576"/>
                    <a:pt x="1041345" y="2606830"/>
                    <a:pt x="994237" y="2583337"/>
                  </a:cubicBezTo>
                  <a:cubicBezTo>
                    <a:pt x="183475" y="2180245"/>
                    <a:pt x="183475" y="2180245"/>
                    <a:pt x="183475" y="2180245"/>
                  </a:cubicBezTo>
                  <a:cubicBezTo>
                    <a:pt x="71902" y="2123367"/>
                    <a:pt x="0" y="2009612"/>
                    <a:pt x="0" y="1883491"/>
                  </a:cubicBezTo>
                  <a:cubicBezTo>
                    <a:pt x="0" y="1679009"/>
                    <a:pt x="0" y="1512867"/>
                    <a:pt x="0" y="1377876"/>
                  </a:cubicBezTo>
                  <a:lnTo>
                    <a:pt x="0" y="1309288"/>
                  </a:lnTo>
                  <a:lnTo>
                    <a:pt x="0" y="1195170"/>
                  </a:lnTo>
                  <a:cubicBezTo>
                    <a:pt x="0" y="735085"/>
                    <a:pt x="0" y="735085"/>
                    <a:pt x="0" y="735085"/>
                  </a:cubicBezTo>
                  <a:cubicBezTo>
                    <a:pt x="0" y="608964"/>
                    <a:pt x="71902" y="495209"/>
                    <a:pt x="183475" y="438331"/>
                  </a:cubicBezTo>
                  <a:cubicBezTo>
                    <a:pt x="994236" y="35239"/>
                    <a:pt x="994236" y="35239"/>
                    <a:pt x="994236" y="35239"/>
                  </a:cubicBezTo>
                  <a:cubicBezTo>
                    <a:pt x="1041345" y="11746"/>
                    <a:pt x="1092172" y="0"/>
                    <a:pt x="1143000" y="0"/>
                  </a:cubicBezTo>
                  <a:cubicBezTo>
                    <a:pt x="1193828" y="0"/>
                    <a:pt x="1244655" y="11746"/>
                    <a:pt x="1291763" y="35239"/>
                  </a:cubicBezTo>
                  <a:cubicBezTo>
                    <a:pt x="2102525" y="438331"/>
                    <a:pt x="2102525" y="438331"/>
                    <a:pt x="2102525" y="438331"/>
                  </a:cubicBezTo>
                  <a:cubicBezTo>
                    <a:pt x="2214098" y="495209"/>
                    <a:pt x="2286000" y="608964"/>
                    <a:pt x="2286000" y="735085"/>
                  </a:cubicBezTo>
                  <a:cubicBezTo>
                    <a:pt x="2286000" y="939567"/>
                    <a:pt x="2286000" y="1105709"/>
                    <a:pt x="2286000" y="1240700"/>
                  </a:cubicBezTo>
                  <a:lnTo>
                    <a:pt x="2286000" y="1309288"/>
                  </a:lnTo>
                  <a:lnTo>
                    <a:pt x="2286000" y="1423406"/>
                  </a:lnTo>
                  <a:cubicBezTo>
                    <a:pt x="2286000" y="1883491"/>
                    <a:pt x="2286000" y="1883491"/>
                    <a:pt x="2286000" y="1883491"/>
                  </a:cubicBezTo>
                  <a:cubicBezTo>
                    <a:pt x="2286000" y="2009612"/>
                    <a:pt x="2214098" y="2123367"/>
                    <a:pt x="2102525" y="2180245"/>
                  </a:cubicBezTo>
                  <a:cubicBezTo>
                    <a:pt x="1291764" y="2583337"/>
                    <a:pt x="1291764" y="2583337"/>
                    <a:pt x="1291764" y="2583337"/>
                  </a:cubicBezTo>
                  <a:cubicBezTo>
                    <a:pt x="1244655" y="2606830"/>
                    <a:pt x="1193828" y="2618576"/>
                    <a:pt x="1143000" y="2618576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8" name="矩形 37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6577591" y="3263101"/>
            <a:ext cx="1564862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 b="1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</a:rPr>
              <a:t>为企业内部各个销售人员分配跟踪客户</a:t>
            </a:r>
            <a:endParaRPr lang="zh-CN" altLang="en-US" sz="1600" b="1">
              <a:solidFill>
                <a:srgbClr val="BE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9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1478818" y="1829401"/>
            <a:ext cx="466523" cy="543877"/>
            <a:chOff x="2492" y="1167"/>
            <a:chExt cx="778" cy="907"/>
          </a:xfrm>
          <a:solidFill>
            <a:schemeClr val="bg1"/>
          </a:solidFill>
        </p:grpSpPr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4" name="Group 20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7032007" y="1838561"/>
            <a:ext cx="732236" cy="548376"/>
            <a:chOff x="2423" y="1278"/>
            <a:chExt cx="912" cy="683"/>
          </a:xfrm>
          <a:solidFill>
            <a:schemeClr val="bg1"/>
          </a:solidFill>
        </p:grpSpPr>
        <p:sp>
          <p:nvSpPr>
            <p:cNvPr id="65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0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SpPr>
            <a:spLocks noEditPoints="1"/>
          </p:cNvSpPr>
          <p:nvPr/>
        </p:nvSpPr>
        <p:spPr bwMode="auto">
          <a:xfrm>
            <a:off x="4293713" y="1862832"/>
            <a:ext cx="556573" cy="474706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0" y="100668"/>
            <a:ext cx="1831965" cy="813732"/>
            <a:chOff x="0" y="159"/>
            <a:chExt cx="2885" cy="1281"/>
          </a:xfrm>
        </p:grpSpPr>
        <p:grpSp>
          <p:nvGrpSpPr>
            <p:cNvPr id="30" name="组合 29"/>
            <p:cNvGrpSpPr/>
            <p:nvPr/>
          </p:nvGrpSpPr>
          <p:grpSpPr>
            <a:xfrm>
              <a:off x="725" y="403"/>
              <a:ext cx="2160" cy="919"/>
              <a:chOff x="301053" y="227004"/>
              <a:chExt cx="1371734" cy="583162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331511" y="227004"/>
                <a:ext cx="1097387" cy="3680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lang="zh-CN" altLang="en-US" sz="1800" b="1" kern="100" dirty="0">
                    <a:solidFill>
                      <a:srgbClr val="BE242B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处理需求</a:t>
                </a:r>
                <a:endParaRPr lang="zh-CN" altLang="en-US" sz="1800" b="1" kern="100" dirty="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01053" y="596336"/>
                <a:ext cx="1371734" cy="2138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l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  <a:ea typeface="方正兰亭黑_GBK" panose="02000000000000000000" charset="-122"/>
                  </a:rPr>
                  <a:t>Processing requirements</a:t>
                </a:r>
                <a:endPara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endParaRPr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0" y="159"/>
              <a:ext cx="641" cy="1281"/>
            </a:xfrm>
            <a:custGeom>
              <a:avLst/>
              <a:gdLst>
                <a:gd name="connsiteX0" fmla="*/ 0 w 406866"/>
                <a:gd name="connsiteY0" fmla="*/ 0 h 813732"/>
                <a:gd name="connsiteX1" fmla="*/ 406866 w 406866"/>
                <a:gd name="connsiteY1" fmla="*/ 406866 h 813732"/>
                <a:gd name="connsiteX2" fmla="*/ 0 w 406866"/>
                <a:gd name="connsiteY2" fmla="*/ 813732 h 81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866" h="813732">
                  <a:moveTo>
                    <a:pt x="0" y="0"/>
                  </a:moveTo>
                  <a:cubicBezTo>
                    <a:pt x="224706" y="0"/>
                    <a:pt x="406866" y="182160"/>
                    <a:pt x="406866" y="406866"/>
                  </a:cubicBezTo>
                  <a:cubicBezTo>
                    <a:pt x="406866" y="631572"/>
                    <a:pt x="224706" y="813732"/>
                    <a:pt x="0" y="81373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6" name="矩形 25" descr="e7d195523061f1c09e9d68d7cf438b91ef959ecb14fc25d26BBA7F7DBC18E55DFF4014AF651F0BF2569D4B6C1DA7F1A4683A481403BD872FC687266AD13265C1DE7C373772FD8728ABDD69ADD03BFF5BE2862BC891DBB79EC9BF1BBF26B3E63D09AC12C19912852FE44E701A05365366A517D707A44AA168359F9469FB00FDFA5EDBA534E902F65B9F12A5D98D5D9D39"/>
          <p:cNvSpPr/>
          <p:nvPr/>
        </p:nvSpPr>
        <p:spPr>
          <a:xfrm>
            <a:off x="1209675" y="1829435"/>
            <a:ext cx="6443345" cy="101473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b="1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</a:rPr>
              <a:t>在与客户确定合作之后，将客户信息填入表中，</a:t>
            </a:r>
            <a:endParaRPr lang="zh-CN" altLang="en-US" sz="2000" b="1">
              <a:solidFill>
                <a:srgbClr val="BE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2000" b="1">
              <a:solidFill>
                <a:srgbClr val="BE24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</a:rPr>
              <a:t>经过处理后实现数据储存，并在需要时进行数据输出</a:t>
            </a:r>
            <a:endParaRPr lang="zh-CN" altLang="en-US" sz="2000" b="1">
              <a:solidFill>
                <a:srgbClr val="BE24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8915" y="322897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如为销售人员分配跟踪客户等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1019503" y="1716208"/>
            <a:ext cx="2564524" cy="256452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-1573267" y="1162444"/>
            <a:ext cx="3672051" cy="3672051"/>
          </a:xfrm>
          <a:prstGeom prst="ellipse">
            <a:avLst/>
          </a:prstGeom>
          <a:noFill/>
          <a:ln w="57150">
            <a:solidFill>
              <a:srgbClr val="BE24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82717" y="1257037"/>
            <a:ext cx="620110" cy="620110"/>
          </a:xfrm>
          <a:prstGeom prst="ellips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1797269" y="2781038"/>
            <a:ext cx="620110" cy="620110"/>
          </a:xfrm>
          <a:prstGeom prst="ellips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11259" y="4136872"/>
            <a:ext cx="620110" cy="620110"/>
          </a:xfrm>
          <a:prstGeom prst="ellips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1849120" y="1064895"/>
            <a:ext cx="713803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1600" b="1" kern="100">
                <a:solidFill>
                  <a:srgbClr val="BE242B"/>
                </a:solidFill>
                <a:latin typeface="+mj-ea"/>
                <a:ea typeface="+mj-ea"/>
                <a:cs typeface="Times New Roman" panose="02020603050405020304" pitchFamily="18" charset="0"/>
              </a:rPr>
              <a:t>需要确保数据的安全性和完整性，包括对数据的保护、备份和恢复措施，防止数据泄露、篡改和丢失</a:t>
            </a:r>
            <a:endParaRPr lang="zh-CN" altLang="en-US" sz="1600" b="1" kern="100">
              <a:solidFill>
                <a:srgbClr val="BE242B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矩形 1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>
          <a:xfrm>
            <a:off x="1978406" y="1617958"/>
            <a:ext cx="6990334" cy="333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 err="1">
                <a:sym typeface="+mn-ea"/>
              </a:rPr>
              <a:t>eg</a:t>
            </a:r>
            <a:r>
              <a:rPr lang="zh-CN" altLang="en-US" sz="1050" dirty="0">
                <a:sym typeface="+mn-ea"/>
              </a:rPr>
              <a:t>：根据不同身份的不同需求进行个性化加密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416425" y="2679120"/>
            <a:ext cx="66852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1600" b="1" kern="100">
                <a:solidFill>
                  <a:srgbClr val="BE242B"/>
                </a:solidFill>
                <a:latin typeface="+mj-ea"/>
                <a:ea typeface="+mj-ea"/>
                <a:cs typeface="Times New Roman" panose="02020603050405020304" pitchFamily="18" charset="0"/>
              </a:rPr>
              <a:t>需要满足及时、准确、完整的信息需求，对输入数据进行及时的更新处理</a:t>
            </a:r>
            <a:endParaRPr lang="zh-CN" altLang="en-US" sz="1600" b="1" kern="100">
              <a:solidFill>
                <a:srgbClr val="BE242B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矩形 1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>
          <a:xfrm>
            <a:off x="2416425" y="2998470"/>
            <a:ext cx="6569920" cy="333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dirty="0">
                <a:sym typeface="+mn-ea"/>
              </a:rPr>
              <a:t>需要符合特定行业或法规的要求，如个人隐私保护、数据安全管理等。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矩形 1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1868170" y="3869690"/>
            <a:ext cx="711898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1600" b="1" kern="100">
                <a:solidFill>
                  <a:srgbClr val="BE242B"/>
                </a:solidFill>
                <a:latin typeface="+mj-ea"/>
                <a:ea typeface="+mj-ea"/>
                <a:cs typeface="Times New Roman" panose="02020603050405020304" pitchFamily="18" charset="0"/>
              </a:rPr>
              <a:t>需要具备良好的可扩展性，能够根据业务需求和用户增长进行扩展</a:t>
            </a:r>
            <a:endParaRPr lang="zh-CN" altLang="en-US" sz="1600" b="1" kern="100">
              <a:solidFill>
                <a:srgbClr val="BE242B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0" y="2375779"/>
            <a:ext cx="1242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3200" b="1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研究</a:t>
            </a:r>
            <a:endParaRPr kumimoji="0" lang="en-US" altLang="zh-CN" sz="3200" b="1" i="0" u="none" strike="noStrike" kern="1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r>
              <a:rPr kumimoji="0" lang="zh-CN" altLang="en-US" sz="3200" b="1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目的</a:t>
            </a:r>
            <a:endParaRPr lang="zh-CN" altLang="en-US" sz="3200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107153" y="4266538"/>
            <a:ext cx="393756" cy="395498"/>
            <a:chOff x="5394325" y="2859088"/>
            <a:chExt cx="358775" cy="360362"/>
          </a:xfrm>
          <a:solidFill>
            <a:schemeClr val="bg1"/>
          </a:solidFill>
        </p:grpSpPr>
        <p:sp>
          <p:nvSpPr>
            <p:cNvPr id="20" name="AutoShape 37"/>
            <p:cNvSpPr/>
            <p:nvPr/>
          </p:nvSpPr>
          <p:spPr bwMode="auto">
            <a:xfrm>
              <a:off x="5394325" y="2894013"/>
              <a:ext cx="327025" cy="325437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1" name="AutoShape 38"/>
            <p:cNvSpPr/>
            <p:nvPr/>
          </p:nvSpPr>
          <p:spPr bwMode="auto">
            <a:xfrm>
              <a:off x="5551488" y="3040063"/>
              <a:ext cx="55562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2" name="AutoShape 39"/>
            <p:cNvSpPr/>
            <p:nvPr/>
          </p:nvSpPr>
          <p:spPr bwMode="auto">
            <a:xfrm>
              <a:off x="5697538" y="2859088"/>
              <a:ext cx="55562" cy="571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3" name="AutoShape 40"/>
            <p:cNvSpPr/>
            <p:nvPr/>
          </p:nvSpPr>
          <p:spPr bwMode="auto">
            <a:xfrm>
              <a:off x="5483225" y="3028950"/>
              <a:ext cx="46038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4" name="AutoShape 41"/>
            <p:cNvSpPr/>
            <p:nvPr/>
          </p:nvSpPr>
          <p:spPr bwMode="auto">
            <a:xfrm>
              <a:off x="5529263" y="3106738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5" name="AutoShape 42"/>
            <p:cNvSpPr/>
            <p:nvPr/>
          </p:nvSpPr>
          <p:spPr bwMode="auto">
            <a:xfrm>
              <a:off x="5708650" y="2938463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6" name="AutoShape 112"/>
          <p:cNvSpPr/>
          <p:nvPr/>
        </p:nvSpPr>
        <p:spPr bwMode="auto">
          <a:xfrm>
            <a:off x="1959043" y="2944147"/>
            <a:ext cx="311372" cy="310000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145263" y="1343808"/>
            <a:ext cx="294654" cy="429521"/>
            <a:chOff x="2528974" y="2863357"/>
            <a:chExt cx="246811" cy="359779"/>
          </a:xfrm>
          <a:solidFill>
            <a:schemeClr val="bg1"/>
          </a:solidFill>
        </p:grpSpPr>
        <p:sp>
          <p:nvSpPr>
            <p:cNvPr id="28" name="AutoShape 113"/>
            <p:cNvSpPr/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9" name="AutoShape 114"/>
            <p:cNvSpPr/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0" y="100668"/>
            <a:ext cx="1657223" cy="813732"/>
            <a:chOff x="0" y="159"/>
            <a:chExt cx="2610" cy="1281"/>
          </a:xfrm>
        </p:grpSpPr>
        <p:grpSp>
          <p:nvGrpSpPr>
            <p:cNvPr id="30" name="组合 29"/>
            <p:cNvGrpSpPr/>
            <p:nvPr/>
          </p:nvGrpSpPr>
          <p:grpSpPr>
            <a:xfrm>
              <a:off x="725" y="403"/>
              <a:ext cx="1885" cy="919"/>
              <a:chOff x="301053" y="227004"/>
              <a:chExt cx="1196975" cy="583327"/>
            </a:xfrm>
          </p:grpSpPr>
          <p:sp>
            <p:nvSpPr>
              <p:cNvPr id="31" name="矩形 30"/>
              <p:cNvSpPr/>
              <p:nvPr>
                <p:custDataLst>
                  <p:tags r:id="rId1"/>
                </p:custDataLst>
              </p:nvPr>
            </p:nvSpPr>
            <p:spPr bwMode="auto">
              <a:xfrm>
                <a:off x="331511" y="227004"/>
                <a:ext cx="1097364" cy="3680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p>
                <a:pPr algn="l">
                  <a:defRPr/>
                </a:pPr>
                <a:r>
                  <a:rPr lang="zh-CN" altLang="en-US" sz="1800" b="1" kern="100" dirty="0">
                    <a:solidFill>
                      <a:srgbClr val="BE242B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外部要求</a:t>
                </a:r>
                <a:endParaRPr lang="zh-CN" altLang="en-US" sz="1800" b="1" kern="100" dirty="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2"/>
                </p:custDataLst>
              </p:nvPr>
            </p:nvSpPr>
            <p:spPr>
              <a:xfrm>
                <a:off x="301053" y="596336"/>
                <a:ext cx="1196975" cy="213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pPr lvl="0" algn="l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  <a:ea typeface="方正兰亭黑_GBK" panose="02000000000000000000" charset="-122"/>
                  </a:rPr>
                  <a:t>Project requirements</a:t>
                </a:r>
                <a:endPara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endParaRPr>
              </a:p>
            </p:txBody>
          </p:sp>
        </p:grpSp>
        <p:sp>
          <p:nvSpPr>
            <p:cNvPr id="13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0" y="159"/>
              <a:ext cx="641" cy="1281"/>
            </a:xfrm>
            <a:custGeom>
              <a:avLst/>
              <a:gdLst>
                <a:gd name="connsiteX0" fmla="*/ 0 w 406866"/>
                <a:gd name="connsiteY0" fmla="*/ 0 h 813732"/>
                <a:gd name="connsiteX1" fmla="*/ 406866 w 406866"/>
                <a:gd name="connsiteY1" fmla="*/ 406866 h 813732"/>
                <a:gd name="connsiteX2" fmla="*/ 0 w 406866"/>
                <a:gd name="connsiteY2" fmla="*/ 813732 h 81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866" h="813732">
                  <a:moveTo>
                    <a:pt x="0" y="0"/>
                  </a:moveTo>
                  <a:cubicBezTo>
                    <a:pt x="224706" y="0"/>
                    <a:pt x="406866" y="182160"/>
                    <a:pt x="406866" y="406866"/>
                  </a:cubicBezTo>
                  <a:cubicBezTo>
                    <a:pt x="406866" y="631572"/>
                    <a:pt x="224706" y="813732"/>
                    <a:pt x="0" y="81373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" name="矩形 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>
            <p:custDataLst>
              <p:tags r:id="rId4"/>
            </p:custDataLst>
          </p:nvPr>
        </p:nvSpPr>
        <p:spPr>
          <a:xfrm>
            <a:off x="1868420" y="4284980"/>
            <a:ext cx="6569920" cy="333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050" dirty="0">
                <a:sym typeface="+mn-ea"/>
              </a:rPr>
              <a:t>保证系统能够满足未来的需求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132942" y="1806412"/>
            <a:ext cx="299212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02 </a:t>
            </a:r>
            <a:r>
              <a:rPr lang="zh-CN" altLang="en-US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项目设计</a:t>
            </a:r>
            <a:endParaRPr lang="zh-CN" altLang="en-US" sz="4000" b="1" kern="100">
              <a:solidFill>
                <a:schemeClr val="accent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32942" y="2518449"/>
            <a:ext cx="560800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b="1" i="1">
                <a:solidFill>
                  <a:schemeClr val="accent1"/>
                </a:solidFill>
                <a:latin typeface="+mj-lt"/>
              </a:rPr>
              <a:t>Project Design</a:t>
            </a:r>
            <a:endParaRPr lang="en-US" altLang="zh-CN" sz="1100" b="1" i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4" name="任意多边形: 形状 24"/>
            <p:cNvSpPr/>
            <p:nvPr>
              <p:custDataLst>
                <p:tags r:id="rId2"/>
              </p:custDataLst>
            </p:nvPr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" name="Freeform 12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Freeform 1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1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16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7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1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0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3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3190875" y="2876550"/>
            <a:ext cx="3570605" cy="567055"/>
            <a:chOff x="5025" y="5403"/>
            <a:chExt cx="5623" cy="893"/>
          </a:xfrm>
        </p:grpSpPr>
        <p:cxnSp>
          <p:nvCxnSpPr>
            <p:cNvPr id="3" name="直接连接符 2"/>
            <p:cNvCxnSpPr/>
            <p:nvPr>
              <p:custDataLst>
                <p:tags r:id="rId17"/>
              </p:custDataLst>
            </p:nvPr>
          </p:nvCxnSpPr>
          <p:spPr>
            <a:xfrm>
              <a:off x="5086" y="5403"/>
              <a:ext cx="556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: 圆角 29"/>
            <p:cNvSpPr/>
            <p:nvPr>
              <p:custDataLst>
                <p:tags r:id="rId18"/>
              </p:custDataLst>
            </p:nvPr>
          </p:nvSpPr>
          <p:spPr>
            <a:xfrm>
              <a:off x="5025" y="5866"/>
              <a:ext cx="1779" cy="43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  <a:latin typeface="+mj-ea"/>
                  <a:ea typeface="+mj-ea"/>
                </a:rPr>
                <a:t>2ND</a:t>
              </a:r>
              <a:endParaRPr lang="en-US" altLang="zh-CN" sz="12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0" y="100668"/>
            <a:ext cx="1596985" cy="813732"/>
            <a:chOff x="0" y="159"/>
            <a:chExt cx="2515" cy="1281"/>
          </a:xfrm>
        </p:grpSpPr>
        <p:grpSp>
          <p:nvGrpSpPr>
            <p:cNvPr id="30" name="组合 29"/>
            <p:cNvGrpSpPr/>
            <p:nvPr/>
          </p:nvGrpSpPr>
          <p:grpSpPr>
            <a:xfrm>
              <a:off x="725" y="403"/>
              <a:ext cx="1790" cy="919"/>
              <a:chOff x="301053" y="227004"/>
              <a:chExt cx="1136747" cy="583162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331511" y="227004"/>
                <a:ext cx="1097374" cy="3680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800" b="1" kern="100" dirty="0">
                    <a:solidFill>
                      <a:srgbClr val="BE242B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数据流图</a:t>
                </a:r>
                <a:endParaRPr lang="zh-CN" altLang="en-US" sz="1800" b="1" kern="100" dirty="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01053" y="596336"/>
                <a:ext cx="1136747" cy="2138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l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  <a:ea typeface="方正兰亭黑_GBK" panose="02000000000000000000" charset="-122"/>
                  </a:rPr>
                  <a:t>Data Flow Diagram</a:t>
                </a:r>
                <a:endPara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endParaRPr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0" y="159"/>
              <a:ext cx="641" cy="1281"/>
            </a:xfrm>
            <a:custGeom>
              <a:avLst/>
              <a:gdLst>
                <a:gd name="connsiteX0" fmla="*/ 0 w 406866"/>
                <a:gd name="connsiteY0" fmla="*/ 0 h 813732"/>
                <a:gd name="connsiteX1" fmla="*/ 406866 w 406866"/>
                <a:gd name="connsiteY1" fmla="*/ 406866 h 813732"/>
                <a:gd name="connsiteX2" fmla="*/ 0 w 406866"/>
                <a:gd name="connsiteY2" fmla="*/ 813732 h 81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866" h="813732">
                  <a:moveTo>
                    <a:pt x="0" y="0"/>
                  </a:moveTo>
                  <a:cubicBezTo>
                    <a:pt x="224706" y="0"/>
                    <a:pt x="406866" y="182160"/>
                    <a:pt x="406866" y="406866"/>
                  </a:cubicBezTo>
                  <a:cubicBezTo>
                    <a:pt x="406866" y="631572"/>
                    <a:pt x="224706" y="813732"/>
                    <a:pt x="0" y="81373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784020" y="1129367"/>
            <a:ext cx="420778" cy="613373"/>
            <a:chOff x="2528974" y="2863357"/>
            <a:chExt cx="246811" cy="359779"/>
          </a:xfrm>
          <a:solidFill>
            <a:schemeClr val="bg1"/>
          </a:solidFill>
        </p:grpSpPr>
        <p:sp>
          <p:nvSpPr>
            <p:cNvPr id="21" name="AutoShape 113"/>
            <p:cNvSpPr/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2" name="AutoShape 114"/>
            <p:cNvSpPr/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40" name="文本框 39"/>
          <p:cNvSpPr txBox="1"/>
          <p:nvPr>
            <p:custDataLst>
              <p:tags r:id="rId1"/>
            </p:custDataLst>
          </p:nvPr>
        </p:nvSpPr>
        <p:spPr>
          <a:xfrm>
            <a:off x="5166927" y="3121582"/>
            <a:ext cx="67602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400" dirty="0">
                <a:solidFill>
                  <a:schemeClr val="accent1"/>
                </a:solidFill>
              </a:rPr>
              <a:t>1</a:t>
            </a:r>
            <a:r>
              <a:rPr lang="zh-CN" altLang="en-US" sz="1400" dirty="0">
                <a:solidFill>
                  <a:schemeClr val="accent1"/>
                </a:solidFill>
              </a:rPr>
              <a:t>对多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907116" y="1575681"/>
            <a:ext cx="1839820" cy="322533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所在行业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07116" y="1941007"/>
            <a:ext cx="1845185" cy="270243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通信地址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907116" y="1290676"/>
            <a:ext cx="1839820" cy="268994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所在城市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901750" y="960641"/>
            <a:ext cx="1845186" cy="270243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企业名称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407000" y="3833827"/>
            <a:ext cx="2825082" cy="316874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</a:rPr>
              <a:t>50</a:t>
            </a:r>
            <a:r>
              <a:rPr lang="zh-CN" altLang="en-US" sz="1400" dirty="0">
                <a:solidFill>
                  <a:schemeClr val="bg1"/>
                </a:solidFill>
              </a:rPr>
              <a:t>人以下，</a:t>
            </a:r>
            <a:r>
              <a:rPr lang="en-US" altLang="zh-CN" sz="1400" dirty="0">
                <a:solidFill>
                  <a:schemeClr val="bg1"/>
                </a:solidFill>
              </a:rPr>
              <a:t>50-500</a:t>
            </a:r>
            <a:r>
              <a:rPr lang="zh-CN" altLang="en-US" sz="1400" dirty="0">
                <a:solidFill>
                  <a:schemeClr val="bg1"/>
                </a:solidFill>
              </a:rPr>
              <a:t>人，</a:t>
            </a:r>
            <a:r>
              <a:rPr lang="en-US" altLang="zh-CN" sz="1400" dirty="0">
                <a:solidFill>
                  <a:schemeClr val="bg1"/>
                </a:solidFill>
              </a:rPr>
              <a:t>500</a:t>
            </a:r>
            <a:r>
              <a:rPr lang="zh-CN" altLang="en-US" sz="1400" dirty="0">
                <a:solidFill>
                  <a:schemeClr val="bg1"/>
                </a:solidFill>
              </a:rPr>
              <a:t>人以上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371122" y="3200022"/>
            <a:ext cx="947793" cy="298933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规模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>
            <p:custDataLst>
              <p:tags r:id="rId8"/>
            </p:custDataLst>
          </p:nvPr>
        </p:nvSpPr>
        <p:spPr>
          <a:xfrm>
            <a:off x="3354617" y="2451728"/>
            <a:ext cx="1757045" cy="488950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企业客户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2" name="箭头: 下 18"/>
          <p:cNvSpPr/>
          <p:nvPr>
            <p:custDataLst>
              <p:tags r:id="rId9"/>
            </p:custDataLst>
          </p:nvPr>
        </p:nvSpPr>
        <p:spPr>
          <a:xfrm rot="10800000">
            <a:off x="1733324" y="2265529"/>
            <a:ext cx="187403" cy="247977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矩形 42"/>
          <p:cNvSpPr/>
          <p:nvPr>
            <p:custDataLst>
              <p:tags r:id="rId10"/>
            </p:custDataLst>
          </p:nvPr>
        </p:nvSpPr>
        <p:spPr>
          <a:xfrm>
            <a:off x="1353128" y="2562841"/>
            <a:ext cx="947793" cy="298933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企业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4" name="箭头: 右 43"/>
          <p:cNvSpPr/>
          <p:nvPr>
            <p:custDataLst>
              <p:tags r:id="rId11"/>
            </p:custDataLst>
          </p:nvPr>
        </p:nvSpPr>
        <p:spPr>
          <a:xfrm rot="10800000">
            <a:off x="2423456" y="2642381"/>
            <a:ext cx="808626" cy="178747"/>
          </a:xfrm>
          <a:prstGeom prst="right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5" name="箭头: 下 18"/>
          <p:cNvSpPr/>
          <p:nvPr>
            <p:custDataLst>
              <p:tags r:id="rId12"/>
            </p:custDataLst>
          </p:nvPr>
        </p:nvSpPr>
        <p:spPr>
          <a:xfrm>
            <a:off x="1734909" y="2884357"/>
            <a:ext cx="220221" cy="272713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6" name="箭头: 下 18"/>
          <p:cNvSpPr/>
          <p:nvPr>
            <p:custDataLst>
              <p:tags r:id="rId13"/>
            </p:custDataLst>
          </p:nvPr>
        </p:nvSpPr>
        <p:spPr>
          <a:xfrm>
            <a:off x="1734909" y="3537036"/>
            <a:ext cx="220221" cy="272713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>
            <p:custDataLst>
              <p:tags r:id="rId14"/>
            </p:custDataLst>
          </p:nvPr>
        </p:nvSpPr>
        <p:spPr>
          <a:xfrm>
            <a:off x="3390820" y="3355702"/>
            <a:ext cx="1660801" cy="286631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联系人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8" name="矩形 47"/>
          <p:cNvSpPr/>
          <p:nvPr>
            <p:custDataLst>
              <p:tags r:id="rId15"/>
            </p:custDataLst>
          </p:nvPr>
        </p:nvSpPr>
        <p:spPr>
          <a:xfrm>
            <a:off x="3003353" y="4535906"/>
            <a:ext cx="2420656" cy="304552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姓名，性别，联系电话，</a:t>
            </a:r>
            <a:r>
              <a:rPr lang="en-US" altLang="zh-CN" sz="1400" dirty="0" err="1">
                <a:solidFill>
                  <a:schemeClr val="bg1"/>
                </a:solidFill>
              </a:rPr>
              <a:t>qq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9" name="矩形 48"/>
          <p:cNvSpPr/>
          <p:nvPr>
            <p:custDataLst>
              <p:tags r:id="rId16"/>
            </p:custDataLst>
          </p:nvPr>
        </p:nvSpPr>
        <p:spPr>
          <a:xfrm>
            <a:off x="3443775" y="4237522"/>
            <a:ext cx="1578725" cy="266702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所在部门，职位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0" name="矩形 49"/>
          <p:cNvSpPr/>
          <p:nvPr>
            <p:custDataLst>
              <p:tags r:id="rId17"/>
            </p:custDataLst>
          </p:nvPr>
        </p:nvSpPr>
        <p:spPr>
          <a:xfrm>
            <a:off x="3443775" y="3878817"/>
            <a:ext cx="1578725" cy="286631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特殊信息备注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1" name="箭头: 下 18"/>
          <p:cNvSpPr/>
          <p:nvPr>
            <p:custDataLst>
              <p:tags r:id="rId18"/>
            </p:custDataLst>
          </p:nvPr>
        </p:nvSpPr>
        <p:spPr>
          <a:xfrm rot="10800000">
            <a:off x="4164785" y="3680823"/>
            <a:ext cx="150935" cy="187581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2" name="箭头: 下 18"/>
          <p:cNvSpPr/>
          <p:nvPr>
            <p:custDataLst>
              <p:tags r:id="rId19"/>
            </p:custDataLst>
          </p:nvPr>
        </p:nvSpPr>
        <p:spPr>
          <a:xfrm rot="10800000">
            <a:off x="4157670" y="2981619"/>
            <a:ext cx="158049" cy="367467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20"/>
            </p:custDataLst>
          </p:nvPr>
        </p:nvSpPr>
        <p:spPr>
          <a:xfrm>
            <a:off x="5736419" y="2388158"/>
            <a:ext cx="2005093" cy="648099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客户关系管理</a:t>
            </a:r>
            <a:r>
              <a:rPr lang="en-US" altLang="zh-CN" sz="1400" dirty="0">
                <a:solidFill>
                  <a:schemeClr val="bg1"/>
                </a:solidFill>
              </a:rPr>
              <a:t>CRM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4" name="箭头: 下 18"/>
          <p:cNvSpPr/>
          <p:nvPr>
            <p:custDataLst>
              <p:tags r:id="rId21"/>
            </p:custDataLst>
          </p:nvPr>
        </p:nvSpPr>
        <p:spPr>
          <a:xfrm rot="5400000">
            <a:off x="5350944" y="2444789"/>
            <a:ext cx="146130" cy="527514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5" name="矩形 54"/>
          <p:cNvSpPr/>
          <p:nvPr>
            <p:custDataLst>
              <p:tags r:id="rId22"/>
            </p:custDataLst>
          </p:nvPr>
        </p:nvSpPr>
        <p:spPr>
          <a:xfrm>
            <a:off x="5784020" y="1613025"/>
            <a:ext cx="1935269" cy="452024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公司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6" name="箭头: 下 20"/>
          <p:cNvSpPr/>
          <p:nvPr>
            <p:custDataLst>
              <p:tags r:id="rId23"/>
            </p:custDataLst>
          </p:nvPr>
        </p:nvSpPr>
        <p:spPr>
          <a:xfrm>
            <a:off x="6628689" y="2083939"/>
            <a:ext cx="203618" cy="293342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7" name="矩形 56"/>
          <p:cNvSpPr/>
          <p:nvPr>
            <p:custDataLst>
              <p:tags r:id="rId24"/>
            </p:custDataLst>
          </p:nvPr>
        </p:nvSpPr>
        <p:spPr>
          <a:xfrm>
            <a:off x="6003828" y="3356518"/>
            <a:ext cx="1547504" cy="316874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销售人员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8" name="箭头: 下 20"/>
          <p:cNvSpPr/>
          <p:nvPr>
            <p:custDataLst>
              <p:tags r:id="rId25"/>
            </p:custDataLst>
          </p:nvPr>
        </p:nvSpPr>
        <p:spPr>
          <a:xfrm>
            <a:off x="6675771" y="3063328"/>
            <a:ext cx="203618" cy="293342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箭头: 下 18"/>
          <p:cNvSpPr/>
          <p:nvPr>
            <p:custDataLst>
              <p:tags r:id="rId26"/>
            </p:custDataLst>
          </p:nvPr>
        </p:nvSpPr>
        <p:spPr>
          <a:xfrm rot="5400000">
            <a:off x="5423037" y="3076336"/>
            <a:ext cx="146130" cy="888961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0" name="矩形 59"/>
          <p:cNvSpPr/>
          <p:nvPr>
            <p:custDataLst>
              <p:tags r:id="rId27"/>
            </p:custDataLst>
          </p:nvPr>
        </p:nvSpPr>
        <p:spPr>
          <a:xfrm>
            <a:off x="5962291" y="4131296"/>
            <a:ext cx="1578725" cy="286631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回访时间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1" name="文本框 60"/>
          <p:cNvSpPr txBox="1"/>
          <p:nvPr>
            <p:custDataLst>
              <p:tags r:id="rId28"/>
            </p:custDataLst>
          </p:nvPr>
        </p:nvSpPr>
        <p:spPr>
          <a:xfrm>
            <a:off x="6929273" y="3724928"/>
            <a:ext cx="62205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</a:rPr>
              <a:t>记录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62" name="箭头: 下 20"/>
          <p:cNvSpPr/>
          <p:nvPr>
            <p:custDataLst>
              <p:tags r:id="rId29"/>
            </p:custDataLst>
          </p:nvPr>
        </p:nvSpPr>
        <p:spPr>
          <a:xfrm>
            <a:off x="6675771" y="3721734"/>
            <a:ext cx="253502" cy="409562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>
            <p:custDataLst>
              <p:tags r:id="rId30"/>
            </p:custDataLst>
          </p:nvPr>
        </p:nvSpPr>
        <p:spPr>
          <a:xfrm>
            <a:off x="5625755" y="4452137"/>
            <a:ext cx="2209485" cy="472089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</a:rPr>
              <a:t>客户企业名，联系人姓名，性别，手机，所在城市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4" name="矩形 63"/>
          <p:cNvSpPr/>
          <p:nvPr>
            <p:custDataLst>
              <p:tags r:id="rId31"/>
            </p:custDataLst>
          </p:nvPr>
        </p:nvSpPr>
        <p:spPr>
          <a:xfrm>
            <a:off x="2863274" y="604285"/>
            <a:ext cx="2303652" cy="560672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管理全国各地的企业客户基本信息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6" name="箭头: 下 18"/>
          <p:cNvSpPr/>
          <p:nvPr>
            <p:custDataLst>
              <p:tags r:id="rId32"/>
            </p:custDataLst>
          </p:nvPr>
        </p:nvSpPr>
        <p:spPr>
          <a:xfrm rot="7208381">
            <a:off x="5358646" y="1990394"/>
            <a:ext cx="146130" cy="527514"/>
          </a:xfrm>
          <a:prstGeom prst="downArrow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7" name="矩形 66"/>
          <p:cNvSpPr/>
          <p:nvPr>
            <p:custDataLst>
              <p:tags r:id="rId33"/>
            </p:custDataLst>
          </p:nvPr>
        </p:nvSpPr>
        <p:spPr>
          <a:xfrm>
            <a:off x="2863274" y="1213748"/>
            <a:ext cx="2303652" cy="560672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掌握客户单位内部的各个联系人信息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8" name="矩形 67"/>
          <p:cNvSpPr/>
          <p:nvPr>
            <p:custDataLst>
              <p:tags r:id="rId34"/>
            </p:custDataLst>
          </p:nvPr>
        </p:nvSpPr>
        <p:spPr>
          <a:xfrm>
            <a:off x="2863274" y="1806102"/>
            <a:ext cx="2303652" cy="560672"/>
          </a:xfrm>
          <a:prstGeom prst="rect">
            <a:avLst/>
          </a:prstGeom>
          <a:gradFill>
            <a:gsLst>
              <a:gs pos="60000">
                <a:schemeClr val="accent1">
                  <a:alpha val="10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为企业内部各个销售人员分配跟踪客户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0233" y="255677"/>
            <a:ext cx="1127738" cy="583327"/>
            <a:chOff x="301053" y="227004"/>
            <a:chExt cx="1127738" cy="583327"/>
          </a:xfrm>
        </p:grpSpPr>
        <p:sp>
          <p:nvSpPr>
            <p:cNvPr id="31" name="矩形 30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数据字典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01053" y="596336"/>
              <a:ext cx="958850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rPr>
                <a:t>Data Dictionary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100668"/>
            <a:ext cx="406866" cy="813732"/>
          </a:xfrm>
          <a:custGeom>
            <a:avLst/>
            <a:gdLst>
              <a:gd name="connsiteX0" fmla="*/ 0 w 406866"/>
              <a:gd name="connsiteY0" fmla="*/ 0 h 813732"/>
              <a:gd name="connsiteX1" fmla="*/ 406866 w 406866"/>
              <a:gd name="connsiteY1" fmla="*/ 406866 h 813732"/>
              <a:gd name="connsiteX2" fmla="*/ 0 w 406866"/>
              <a:gd name="connsiteY2" fmla="*/ 813732 h 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866" h="813732">
                <a:moveTo>
                  <a:pt x="0" y="0"/>
                </a:moveTo>
                <a:cubicBezTo>
                  <a:pt x="224706" y="0"/>
                  <a:pt x="406866" y="182160"/>
                  <a:pt x="406866" y="406866"/>
                </a:cubicBezTo>
                <a:cubicBezTo>
                  <a:pt x="406866" y="631572"/>
                  <a:pt x="224706" y="813732"/>
                  <a:pt x="0" y="81373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1147445"/>
            <a:ext cx="9144000" cy="5867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48435" y="1866864"/>
            <a:ext cx="7893091" cy="2837852"/>
            <a:chOff x="839" y="4486"/>
            <a:chExt cx="12430" cy="4469"/>
          </a:xfrm>
        </p:grpSpPr>
        <p:sp>
          <p:nvSpPr>
            <p:cNvPr id="85" name="矩形 84"/>
            <p:cNvSpPr/>
            <p:nvPr/>
          </p:nvSpPr>
          <p:spPr>
            <a:xfrm>
              <a:off x="839" y="4486"/>
              <a:ext cx="4146" cy="9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i="1">
                  <a:gradFill>
                    <a:gsLst>
                      <a:gs pos="24000">
                        <a:srgbClr val="BE242B"/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  <a:latin typeface="+mj-lt"/>
                  <a:ea typeface="方正兰亭黑_GBK" panose="02000000000000000000" charset="-122"/>
                </a:rPr>
                <a:t>数据结构名称</a:t>
              </a:r>
              <a:endParaRPr lang="en-US" altLang="zh-CN" sz="3200" b="1" i="1">
                <a:gradFill>
                  <a:gsLst>
                    <a:gs pos="24000">
                      <a:srgbClr val="BE242B"/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1"/>
                </a:gradFill>
                <a:latin typeface="+mj-lt"/>
                <a:ea typeface="方正兰亭黑_GBK" panose="02000000000000000000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5780" y="4486"/>
              <a:ext cx="2860" cy="9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r>
                <a:rPr lang="en-US" altLang="zh-CN" sz="3200" b="1" i="1">
                  <a:gradFill>
                    <a:gsLst>
                      <a:gs pos="24000">
                        <a:srgbClr val="BE242B"/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  <a:latin typeface="+mj-lt"/>
                  <a:ea typeface="方正兰亭黑_GBK" panose="02000000000000000000" charset="-122"/>
                </a:rPr>
                <a:t>数据名称</a:t>
              </a:r>
              <a:endParaRPr lang="en-US" altLang="zh-CN" sz="3200" b="1" i="1">
                <a:gradFill>
                  <a:gsLst>
                    <a:gs pos="24000">
                      <a:srgbClr val="BE242B"/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1"/>
                </a:gradFill>
                <a:latin typeface="+mj-lt"/>
                <a:ea typeface="方正兰亭黑_GBK" panose="02000000000000000000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9746" y="4486"/>
              <a:ext cx="3503" cy="9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r>
                <a:rPr lang="en-US" altLang="zh-CN" sz="3200" b="1" i="1">
                  <a:gradFill>
                    <a:gsLst>
                      <a:gs pos="24000">
                        <a:srgbClr val="BE242B"/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  <a:latin typeface="+mj-lt"/>
                  <a:ea typeface="方正兰亭黑_GBK" panose="02000000000000000000" charset="-122"/>
                  <a:sym typeface="+mn-ea"/>
                </a:rPr>
                <a:t>数据流名称</a:t>
              </a:r>
              <a:endParaRPr lang="en-US" altLang="zh-CN" sz="3200" b="1" i="1">
                <a:gradFill>
                  <a:gsLst>
                    <a:gs pos="24000">
                      <a:srgbClr val="BE242B"/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1"/>
                </a:gradFill>
                <a:latin typeface="+mj-lt"/>
                <a:ea typeface="方正兰亭黑_GBK" panose="02000000000000000000" charset="-122"/>
                <a:sym typeface="+mn-ea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631" y="5572"/>
              <a:ext cx="3103" cy="25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说明：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一企业客户内有多个联系人可以与销售人员衔接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>
                <a:lnSpc>
                  <a:spcPct val="10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组成：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姓名+性别+联系电话+QQ+所在部门+职位+特殊信息备注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1668" y="5042"/>
              <a:ext cx="2360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accent1"/>
                  </a:solidFill>
                  <a:latin typeface="+mj-ea"/>
                  <a:ea typeface="+mj-ea"/>
                </a:rPr>
                <a:t>联系人</a:t>
              </a:r>
              <a:endParaRPr lang="zh-CN" altLang="en-US" sz="1600" b="1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5956" y="5596"/>
              <a:ext cx="3103" cy="27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说明：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标识企业客户规模大小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类型：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VARCHAR(30)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长度：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30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取值范围：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50人以下  50-500人  500人以上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6046" y="5013"/>
              <a:ext cx="2360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accent1"/>
                  </a:solidFill>
                  <a:latin typeface="+mj-ea"/>
                  <a:ea typeface="+mj-ea"/>
                </a:rPr>
                <a:t>规模</a:t>
              </a:r>
              <a:endParaRPr lang="zh-CN" altLang="en-US" sz="1600" b="1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10075" y="5558"/>
              <a:ext cx="3194" cy="33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说明：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销售人员对企业客户进行跟踪回访的信息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来源：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销售人员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去向：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企业MIS系统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  <a:p>
              <a:pPr marL="285750" lvl="1" indent="-285750" algn="l">
                <a:lnSpc>
                  <a:spcPct val="100000"/>
                </a:lnSpc>
                <a:spcAft>
                  <a:spcPct val="15000"/>
                </a:spcAft>
                <a:buClrTx/>
                <a:buSzTx/>
                <a:buFontTx/>
                <a:buChar char="•"/>
              </a:pPr>
              <a:r>
                <a:rPr lang="zh-CN" altLang="en-US" sz="1400" b="1">
                  <a:solidFill>
                    <a:schemeClr val="dk1"/>
                  </a:solidFill>
                  <a:sym typeface="+mn-ea"/>
                </a:rPr>
                <a:t>数据组成：</a:t>
              </a:r>
              <a:r>
                <a:rPr lang="zh-CN" altLang="en-US" sz="1400">
                  <a:solidFill>
                    <a:schemeClr val="dk1"/>
                  </a:solidFill>
                  <a:sym typeface="+mn-ea"/>
                </a:rPr>
                <a:t>客户企业名+联系人姓名+性别+手机+所在城市+拜访时间</a:t>
              </a:r>
              <a:endParaRPr lang="zh-CN" altLang="en-US" sz="1400">
                <a:solidFill>
                  <a:schemeClr val="dk1"/>
                </a:solidFill>
                <a:sym typeface="+mn-ea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10222" y="5013"/>
              <a:ext cx="2693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accent1"/>
                  </a:solidFill>
                  <a:latin typeface="+mj-ea"/>
                  <a:ea typeface="+mj-ea"/>
                </a:rPr>
                <a:t>销售人员回访表</a:t>
              </a:r>
              <a:endParaRPr lang="zh-CN" altLang="en-US" sz="1600" b="1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/>
          <p:cNvGrpSpPr/>
          <p:nvPr/>
        </p:nvGrpSpPr>
        <p:grpSpPr>
          <a:xfrm>
            <a:off x="0" y="100965"/>
            <a:ext cx="1292200" cy="813435"/>
            <a:chOff x="0" y="159"/>
            <a:chExt cx="2035" cy="1281"/>
          </a:xfrm>
        </p:grpSpPr>
        <p:grpSp>
          <p:nvGrpSpPr>
            <p:cNvPr id="116" name="组合 115"/>
            <p:cNvGrpSpPr/>
            <p:nvPr/>
          </p:nvGrpSpPr>
          <p:grpSpPr>
            <a:xfrm>
              <a:off x="725" y="403"/>
              <a:ext cx="1310" cy="919"/>
              <a:chOff x="301053" y="227004"/>
              <a:chExt cx="831898" cy="583305"/>
            </a:xfrm>
          </p:grpSpPr>
          <p:sp>
            <p:nvSpPr>
              <p:cNvPr id="117" name="矩形 116"/>
              <p:cNvSpPr/>
              <p:nvPr>
                <p:custDataLst>
                  <p:tags r:id="rId1"/>
                </p:custDataLst>
              </p:nvPr>
            </p:nvSpPr>
            <p:spPr bwMode="auto">
              <a:xfrm>
                <a:off x="331511" y="227004"/>
                <a:ext cx="801440" cy="36826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800" b="1" kern="100">
                    <a:solidFill>
                      <a:srgbClr val="BE242B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E-R</a:t>
                </a:r>
                <a:r>
                  <a:rPr lang="zh-CN" altLang="en-US" sz="1800" b="1" kern="100">
                    <a:solidFill>
                      <a:srgbClr val="BE242B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图</a:t>
                </a:r>
                <a:endPara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矩形 117"/>
              <p:cNvSpPr/>
              <p:nvPr>
                <p:custDataLst>
                  <p:tags r:id="rId2"/>
                </p:custDataLst>
              </p:nvPr>
            </p:nvSpPr>
            <p:spPr>
              <a:xfrm>
                <a:off x="301053" y="596336"/>
                <a:ext cx="783658" cy="2139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l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  <a:ea typeface="方正兰亭黑_GBK" panose="02000000000000000000" charset="-122"/>
                  </a:rPr>
                  <a:t>E-R diagram</a:t>
                </a:r>
                <a:endPara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endParaRPr>
              </a:p>
            </p:txBody>
          </p:sp>
        </p:grpSp>
        <p:sp>
          <p:nvSpPr>
            <p:cNvPr id="119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0" y="159"/>
              <a:ext cx="641" cy="1281"/>
            </a:xfrm>
            <a:custGeom>
              <a:avLst/>
              <a:gdLst>
                <a:gd name="connsiteX0" fmla="*/ 0 w 406866"/>
                <a:gd name="connsiteY0" fmla="*/ 0 h 813732"/>
                <a:gd name="connsiteX1" fmla="*/ 406866 w 406866"/>
                <a:gd name="connsiteY1" fmla="*/ 406866 h 813732"/>
                <a:gd name="connsiteX2" fmla="*/ 0 w 406866"/>
                <a:gd name="connsiteY2" fmla="*/ 813732 h 81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6866" h="813732">
                  <a:moveTo>
                    <a:pt x="0" y="0"/>
                  </a:moveTo>
                  <a:cubicBezTo>
                    <a:pt x="224706" y="0"/>
                    <a:pt x="406866" y="182160"/>
                    <a:pt x="406866" y="406866"/>
                  </a:cubicBezTo>
                  <a:cubicBezTo>
                    <a:pt x="406866" y="631572"/>
                    <a:pt x="224706" y="813732"/>
                    <a:pt x="0" y="81373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51635" y="839470"/>
            <a:ext cx="5652135" cy="3863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132942" y="1806412"/>
            <a:ext cx="299212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03 </a:t>
            </a:r>
            <a:r>
              <a:rPr lang="zh-CN" altLang="en-US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数据展示</a:t>
            </a:r>
            <a:endParaRPr lang="zh-CN" altLang="en-US" sz="4000" b="1" kern="100">
              <a:solidFill>
                <a:schemeClr val="accent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32942" y="2518449"/>
            <a:ext cx="560800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b="1" i="1">
                <a:solidFill>
                  <a:schemeClr val="accent1"/>
                </a:solidFill>
                <a:latin typeface="+mj-lt"/>
              </a:rPr>
              <a:t>Data Display</a:t>
            </a:r>
            <a:endParaRPr lang="en-US" altLang="zh-CN" sz="1100" b="1" i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4" name="任意多边形: 形状 24"/>
            <p:cNvSpPr/>
            <p:nvPr>
              <p:custDataLst>
                <p:tags r:id="rId2"/>
              </p:custDataLst>
            </p:nvPr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" name="Freeform 12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Freeform 1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1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16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7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1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0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3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3190875" y="2876550"/>
            <a:ext cx="3570605" cy="567055"/>
            <a:chOff x="5025" y="5403"/>
            <a:chExt cx="5623" cy="893"/>
          </a:xfrm>
        </p:grpSpPr>
        <p:cxnSp>
          <p:nvCxnSpPr>
            <p:cNvPr id="3" name="直接连接符 2"/>
            <p:cNvCxnSpPr/>
            <p:nvPr>
              <p:custDataLst>
                <p:tags r:id="rId17"/>
              </p:custDataLst>
            </p:nvPr>
          </p:nvCxnSpPr>
          <p:spPr>
            <a:xfrm>
              <a:off x="5086" y="5403"/>
              <a:ext cx="556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: 圆角 29"/>
            <p:cNvSpPr/>
            <p:nvPr>
              <p:custDataLst>
                <p:tags r:id="rId18"/>
              </p:custDataLst>
            </p:nvPr>
          </p:nvSpPr>
          <p:spPr>
            <a:xfrm>
              <a:off x="5025" y="5866"/>
              <a:ext cx="1779" cy="43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  <a:latin typeface="+mj-ea"/>
                  <a:ea typeface="+mj-ea"/>
                </a:rPr>
                <a:t>3TH</a:t>
              </a:r>
              <a:endParaRPr lang="en-US" altLang="zh-CN" sz="12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0233" y="255677"/>
            <a:ext cx="1127738" cy="583327"/>
            <a:chOff x="301053" y="227004"/>
            <a:chExt cx="1127738" cy="583327"/>
          </a:xfrm>
        </p:grpSpPr>
        <p:sp>
          <p:nvSpPr>
            <p:cNvPr id="31" name="矩形 30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数据展示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01053" y="596336"/>
              <a:ext cx="807720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  <a:sym typeface="+mn-ea"/>
                </a:rPr>
                <a:t>Data Display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100668"/>
            <a:ext cx="406866" cy="813732"/>
          </a:xfrm>
          <a:custGeom>
            <a:avLst/>
            <a:gdLst>
              <a:gd name="connsiteX0" fmla="*/ 0 w 406866"/>
              <a:gd name="connsiteY0" fmla="*/ 0 h 813732"/>
              <a:gd name="connsiteX1" fmla="*/ 406866 w 406866"/>
              <a:gd name="connsiteY1" fmla="*/ 406866 h 813732"/>
              <a:gd name="connsiteX2" fmla="*/ 0 w 406866"/>
              <a:gd name="connsiteY2" fmla="*/ 813732 h 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866" h="813732">
                <a:moveTo>
                  <a:pt x="0" y="0"/>
                </a:moveTo>
                <a:cubicBezTo>
                  <a:pt x="224706" y="0"/>
                  <a:pt x="406866" y="182160"/>
                  <a:pt x="406866" y="406866"/>
                </a:cubicBezTo>
                <a:cubicBezTo>
                  <a:pt x="406866" y="631572"/>
                  <a:pt x="224706" y="813732"/>
                  <a:pt x="0" y="81373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3372" y="951048"/>
            <a:ext cx="7496913" cy="3094876"/>
            <a:chOff x="217" y="1026"/>
            <a:chExt cx="17837" cy="7516"/>
          </a:xfrm>
        </p:grpSpPr>
        <p:sp>
          <p:nvSpPr>
            <p:cNvPr id="6" name="对角圆角矩形 5"/>
            <p:cNvSpPr/>
            <p:nvPr>
              <p:custDataLst>
                <p:tags r:id="rId1"/>
              </p:custDataLst>
            </p:nvPr>
          </p:nvSpPr>
          <p:spPr>
            <a:xfrm>
              <a:off x="223" y="1026"/>
              <a:ext cx="4205" cy="1298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客户企业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对角圆角矩形 9"/>
            <p:cNvSpPr/>
            <p:nvPr>
              <p:custDataLst>
                <p:tags r:id="rId2"/>
              </p:custDataLst>
            </p:nvPr>
          </p:nvSpPr>
          <p:spPr>
            <a:xfrm>
              <a:off x="225" y="7282"/>
              <a:ext cx="4206" cy="1260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顾客数据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" name="图片 1" descr="E:/Users/smitle/Desktop/桌面顶部/Lesson/大二上/数据库管理_苟旭/图片资源/顾客.png顾客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t="36065" b="36065"/>
            <a:stretch>
              <a:fillRect/>
            </a:stretch>
          </p:blipFill>
          <p:spPr>
            <a:xfrm>
              <a:off x="217" y="2431"/>
              <a:ext cx="17837" cy="2355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67665" y="2336800"/>
            <a:ext cx="871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---------------------------------------------------------------------------------------------------------------------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11" name="图片 10" descr="E:/Users/smitle/Desktop/桌面顶部/Lesson/大二上/数据库管理_苟旭/图片资源/顾客数据.png顾客数据"/>
          <p:cNvPicPr>
            <a:picLocks noChangeAspect="1"/>
          </p:cNvPicPr>
          <p:nvPr/>
        </p:nvPicPr>
        <p:blipFill>
          <a:blip r:embed="rId5"/>
          <a:srcRect t="12556" b="12556"/>
          <a:stretch>
            <a:fillRect/>
          </a:stretch>
        </p:blipFill>
        <p:spPr>
          <a:xfrm>
            <a:off x="755650" y="2709545"/>
            <a:ext cx="7957820" cy="6985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0233" y="255677"/>
            <a:ext cx="1127738" cy="583327"/>
            <a:chOff x="301053" y="227004"/>
            <a:chExt cx="1127738" cy="583327"/>
          </a:xfrm>
        </p:grpSpPr>
        <p:sp>
          <p:nvSpPr>
            <p:cNvPr id="31" name="矩形 30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数据展示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01053" y="596336"/>
              <a:ext cx="807720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  <a:sym typeface="+mn-ea"/>
                </a:rPr>
                <a:t>Data Display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100668"/>
            <a:ext cx="406866" cy="813732"/>
          </a:xfrm>
          <a:custGeom>
            <a:avLst/>
            <a:gdLst>
              <a:gd name="connsiteX0" fmla="*/ 0 w 406866"/>
              <a:gd name="connsiteY0" fmla="*/ 0 h 813732"/>
              <a:gd name="connsiteX1" fmla="*/ 406866 w 406866"/>
              <a:gd name="connsiteY1" fmla="*/ 406866 h 813732"/>
              <a:gd name="connsiteX2" fmla="*/ 0 w 406866"/>
              <a:gd name="connsiteY2" fmla="*/ 813732 h 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866" h="813732">
                <a:moveTo>
                  <a:pt x="0" y="0"/>
                </a:moveTo>
                <a:cubicBezTo>
                  <a:pt x="224706" y="0"/>
                  <a:pt x="406866" y="182160"/>
                  <a:pt x="406866" y="406866"/>
                </a:cubicBezTo>
                <a:cubicBezTo>
                  <a:pt x="406866" y="631572"/>
                  <a:pt x="224706" y="813732"/>
                  <a:pt x="0" y="81373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3372" y="951048"/>
            <a:ext cx="7496913" cy="3094876"/>
            <a:chOff x="217" y="1026"/>
            <a:chExt cx="17837" cy="7516"/>
          </a:xfrm>
        </p:grpSpPr>
        <p:sp>
          <p:nvSpPr>
            <p:cNvPr id="6" name="对角圆角矩形 5"/>
            <p:cNvSpPr/>
            <p:nvPr>
              <p:custDataLst>
                <p:tags r:id="rId1"/>
              </p:custDataLst>
            </p:nvPr>
          </p:nvSpPr>
          <p:spPr>
            <a:xfrm>
              <a:off x="223" y="1026"/>
              <a:ext cx="4205" cy="1298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联系人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对角圆角矩形 9"/>
            <p:cNvSpPr/>
            <p:nvPr>
              <p:custDataLst>
                <p:tags r:id="rId2"/>
              </p:custDataLst>
            </p:nvPr>
          </p:nvSpPr>
          <p:spPr>
            <a:xfrm>
              <a:off x="225" y="7282"/>
              <a:ext cx="4206" cy="1260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联系人数据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" name="图片 1" descr="E:/Users/smitle/Desktop/桌面顶部/Lesson/大二上/数据库管理_苟旭/图片资源/联系人.png联系人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3" t="36324" r="3" b="36324"/>
            <a:stretch>
              <a:fillRect/>
            </a:stretch>
          </p:blipFill>
          <p:spPr>
            <a:xfrm>
              <a:off x="217" y="2431"/>
              <a:ext cx="17837" cy="2355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67665" y="2336800"/>
            <a:ext cx="871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---------------------------------------------------------------------------------------------------------------------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11" name="图片 10" descr="联系人数据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2709545"/>
            <a:ext cx="7957820" cy="6985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0233" y="255677"/>
            <a:ext cx="1127738" cy="583327"/>
            <a:chOff x="301053" y="227004"/>
            <a:chExt cx="1127738" cy="583327"/>
          </a:xfrm>
        </p:grpSpPr>
        <p:sp>
          <p:nvSpPr>
            <p:cNvPr id="31" name="矩形 30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数据展示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01053" y="596336"/>
              <a:ext cx="807720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  <a:sym typeface="+mn-ea"/>
                </a:rPr>
                <a:t>Data Display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100668"/>
            <a:ext cx="406866" cy="813732"/>
          </a:xfrm>
          <a:custGeom>
            <a:avLst/>
            <a:gdLst>
              <a:gd name="connsiteX0" fmla="*/ 0 w 406866"/>
              <a:gd name="connsiteY0" fmla="*/ 0 h 813732"/>
              <a:gd name="connsiteX1" fmla="*/ 406866 w 406866"/>
              <a:gd name="connsiteY1" fmla="*/ 406866 h 813732"/>
              <a:gd name="connsiteX2" fmla="*/ 0 w 406866"/>
              <a:gd name="connsiteY2" fmla="*/ 813732 h 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866" h="813732">
                <a:moveTo>
                  <a:pt x="0" y="0"/>
                </a:moveTo>
                <a:cubicBezTo>
                  <a:pt x="224706" y="0"/>
                  <a:pt x="406866" y="182160"/>
                  <a:pt x="406866" y="406866"/>
                </a:cubicBezTo>
                <a:cubicBezTo>
                  <a:pt x="406866" y="631572"/>
                  <a:pt x="224706" y="813732"/>
                  <a:pt x="0" y="81373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2531" y="951048"/>
            <a:ext cx="7496913" cy="3094876"/>
            <a:chOff x="215" y="1026"/>
            <a:chExt cx="17837" cy="7516"/>
          </a:xfrm>
        </p:grpSpPr>
        <p:sp>
          <p:nvSpPr>
            <p:cNvPr id="6" name="对角圆角矩形 5"/>
            <p:cNvSpPr/>
            <p:nvPr>
              <p:custDataLst>
                <p:tags r:id="rId1"/>
              </p:custDataLst>
            </p:nvPr>
          </p:nvSpPr>
          <p:spPr>
            <a:xfrm>
              <a:off x="223" y="1026"/>
              <a:ext cx="4205" cy="1298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销售人员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对角圆角矩形 9"/>
            <p:cNvSpPr/>
            <p:nvPr>
              <p:custDataLst>
                <p:tags r:id="rId2"/>
              </p:custDataLst>
            </p:nvPr>
          </p:nvSpPr>
          <p:spPr>
            <a:xfrm>
              <a:off x="225" y="7282"/>
              <a:ext cx="4206" cy="1260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销售人员数据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" name="图片 1" descr="E:/Users/smitle/Desktop/桌面顶部/Lesson/大二上/数据库管理_苟旭/图片资源/销售人员.png销售人员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45" t="25773" r="45" b="45068"/>
            <a:stretch>
              <a:fillRect/>
            </a:stretch>
          </p:blipFill>
          <p:spPr>
            <a:xfrm>
              <a:off x="215" y="2430"/>
              <a:ext cx="17837" cy="2484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67665" y="2336800"/>
            <a:ext cx="871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---------------------------------------------------------------------------------------------------------------------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11" name="图片 10" descr="E:/Users/smitle/Desktop/桌面顶部/Lesson/大二上/数据库管理_苟旭/图片资源/销售人员数据.png销售人员数据"/>
          <p:cNvPicPr>
            <a:picLocks noChangeAspect="1"/>
          </p:cNvPicPr>
          <p:nvPr/>
        </p:nvPicPr>
        <p:blipFill>
          <a:blip r:embed="rId5"/>
          <a:srcRect t="10725" b="10725"/>
          <a:stretch>
            <a:fillRect/>
          </a:stretch>
        </p:blipFill>
        <p:spPr>
          <a:xfrm>
            <a:off x="755650" y="2709545"/>
            <a:ext cx="7957820" cy="6985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0233" y="255677"/>
            <a:ext cx="1127738" cy="583327"/>
            <a:chOff x="301053" y="227004"/>
            <a:chExt cx="1127738" cy="583327"/>
          </a:xfrm>
        </p:grpSpPr>
        <p:sp>
          <p:nvSpPr>
            <p:cNvPr id="31" name="矩形 30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数据展示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01053" y="596336"/>
              <a:ext cx="807720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rPr>
                <a:t>Data Display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100668"/>
            <a:ext cx="406866" cy="813732"/>
          </a:xfrm>
          <a:custGeom>
            <a:avLst/>
            <a:gdLst>
              <a:gd name="connsiteX0" fmla="*/ 0 w 406866"/>
              <a:gd name="connsiteY0" fmla="*/ 0 h 813732"/>
              <a:gd name="connsiteX1" fmla="*/ 406866 w 406866"/>
              <a:gd name="connsiteY1" fmla="*/ 406866 h 813732"/>
              <a:gd name="connsiteX2" fmla="*/ 0 w 406866"/>
              <a:gd name="connsiteY2" fmla="*/ 813732 h 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866" h="813732">
                <a:moveTo>
                  <a:pt x="0" y="0"/>
                </a:moveTo>
                <a:cubicBezTo>
                  <a:pt x="224706" y="0"/>
                  <a:pt x="406866" y="182160"/>
                  <a:pt x="406866" y="406866"/>
                </a:cubicBezTo>
                <a:cubicBezTo>
                  <a:pt x="406866" y="631572"/>
                  <a:pt x="224706" y="813732"/>
                  <a:pt x="0" y="81373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2531" y="951048"/>
            <a:ext cx="7496913" cy="3094876"/>
            <a:chOff x="215" y="1026"/>
            <a:chExt cx="17837" cy="7516"/>
          </a:xfrm>
        </p:grpSpPr>
        <p:sp>
          <p:nvSpPr>
            <p:cNvPr id="6" name="对角圆角矩形 5"/>
            <p:cNvSpPr/>
            <p:nvPr>
              <p:custDataLst>
                <p:tags r:id="rId1"/>
              </p:custDataLst>
            </p:nvPr>
          </p:nvSpPr>
          <p:spPr>
            <a:xfrm>
              <a:off x="223" y="1026"/>
              <a:ext cx="4205" cy="1298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回访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对角圆角矩形 9"/>
            <p:cNvSpPr/>
            <p:nvPr>
              <p:custDataLst>
                <p:tags r:id="rId2"/>
              </p:custDataLst>
            </p:nvPr>
          </p:nvSpPr>
          <p:spPr>
            <a:xfrm>
              <a:off x="225" y="7282"/>
              <a:ext cx="4206" cy="1260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回访数据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" name="图片 1" descr="E:/Users/smitle/Desktop/桌面顶部/Lesson/大二上/数据库管理_苟旭/图片资源/回访.png回访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40" t="25903" r="40" b="44810"/>
            <a:stretch>
              <a:fillRect/>
            </a:stretch>
          </p:blipFill>
          <p:spPr>
            <a:xfrm>
              <a:off x="215" y="2430"/>
              <a:ext cx="17837" cy="2484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67665" y="2336800"/>
            <a:ext cx="871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---------------------------------------------------------------------------------------------------------------------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0960" y="1108710"/>
            <a:ext cx="59893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一企业客户内有多个联系人可以与销售人员衔接</a:t>
            </a:r>
            <a:endParaRPr lang="zh-CN" altLang="en-US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24760" y="3680460"/>
            <a:ext cx="6480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姓名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性别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联系电话</a:t>
            </a:r>
            <a:r>
              <a:rPr lang="en-US" altLang="zh-CN" dirty="0">
                <a:sym typeface="+mn-ea"/>
              </a:rPr>
              <a:t>+QQ+</a:t>
            </a:r>
            <a:r>
              <a:rPr lang="zh-CN" altLang="en-US" dirty="0">
                <a:sym typeface="+mn-ea"/>
              </a:rPr>
              <a:t>所在部门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职位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特殊信息备注</a:t>
            </a:r>
            <a:endParaRPr lang="zh-CN" altLang="en-US" dirty="0">
              <a:sym typeface="+mn-ea"/>
            </a:endParaRPr>
          </a:p>
        </p:txBody>
      </p:sp>
      <p:pic>
        <p:nvPicPr>
          <p:cNvPr id="11" name="图片 10" descr="E:/Users/smitle/Desktop/桌面顶部/Lesson/大二上/数据库管理_苟旭/图片资源/回访数据.png回访数据"/>
          <p:cNvPicPr>
            <a:picLocks noChangeAspect="1"/>
          </p:cNvPicPr>
          <p:nvPr/>
        </p:nvPicPr>
        <p:blipFill>
          <a:blip r:embed="rId5"/>
          <a:srcRect t="22621" b="12348"/>
          <a:stretch>
            <a:fillRect/>
          </a:stretch>
        </p:blipFill>
        <p:spPr>
          <a:xfrm>
            <a:off x="755650" y="2873375"/>
            <a:ext cx="7957820" cy="5346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0233" y="255677"/>
            <a:ext cx="1127738" cy="583327"/>
            <a:chOff x="301053" y="227004"/>
            <a:chExt cx="1127738" cy="583327"/>
          </a:xfrm>
        </p:grpSpPr>
        <p:sp>
          <p:nvSpPr>
            <p:cNvPr id="31" name="矩形 30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视图展示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01053" y="596336"/>
              <a:ext cx="801370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rPr>
                <a:t>View Display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100668"/>
            <a:ext cx="406866" cy="813732"/>
          </a:xfrm>
          <a:custGeom>
            <a:avLst/>
            <a:gdLst>
              <a:gd name="connsiteX0" fmla="*/ 0 w 406866"/>
              <a:gd name="connsiteY0" fmla="*/ 0 h 813732"/>
              <a:gd name="connsiteX1" fmla="*/ 406866 w 406866"/>
              <a:gd name="connsiteY1" fmla="*/ 406866 h 813732"/>
              <a:gd name="connsiteX2" fmla="*/ 0 w 406866"/>
              <a:gd name="connsiteY2" fmla="*/ 813732 h 8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866" h="813732">
                <a:moveTo>
                  <a:pt x="0" y="0"/>
                </a:moveTo>
                <a:cubicBezTo>
                  <a:pt x="224706" y="0"/>
                  <a:pt x="406866" y="182160"/>
                  <a:pt x="406866" y="406866"/>
                </a:cubicBezTo>
                <a:cubicBezTo>
                  <a:pt x="406866" y="631572"/>
                  <a:pt x="224706" y="813732"/>
                  <a:pt x="0" y="81373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2531" y="951048"/>
            <a:ext cx="7496913" cy="3094876"/>
            <a:chOff x="215" y="1026"/>
            <a:chExt cx="17837" cy="7516"/>
          </a:xfrm>
        </p:grpSpPr>
        <p:sp>
          <p:nvSpPr>
            <p:cNvPr id="6" name="对角圆角矩形 5"/>
            <p:cNvSpPr/>
            <p:nvPr>
              <p:custDataLst>
                <p:tags r:id="rId1"/>
              </p:custDataLst>
            </p:nvPr>
          </p:nvSpPr>
          <p:spPr>
            <a:xfrm>
              <a:off x="223" y="1026"/>
              <a:ext cx="4205" cy="1298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视图创建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对角圆角矩形 9"/>
            <p:cNvSpPr/>
            <p:nvPr>
              <p:custDataLst>
                <p:tags r:id="rId2"/>
              </p:custDataLst>
            </p:nvPr>
          </p:nvSpPr>
          <p:spPr>
            <a:xfrm>
              <a:off x="225" y="7282"/>
              <a:ext cx="4206" cy="1260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视图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" name="图片 1" descr="E:/Users/smitle/Desktop/桌面顶部/Lesson/大二上/数据库管理_苟旭/图片资源/视图创建.png视图创建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42" t="277" r="42" b="64863"/>
            <a:stretch>
              <a:fillRect/>
            </a:stretch>
          </p:blipFill>
          <p:spPr>
            <a:xfrm>
              <a:off x="215" y="2387"/>
              <a:ext cx="17837" cy="2827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67665" y="2499360"/>
            <a:ext cx="871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---------------------------------------------------------------------------------------------------------------------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11" name="图片 10" descr="E:/Users/smitle/Desktop/桌面顶部/Lesson/大二上/数据库管理_苟旭/图片资源/视图.png视图"/>
          <p:cNvPicPr>
            <a:picLocks noChangeAspect="1"/>
          </p:cNvPicPr>
          <p:nvPr/>
        </p:nvPicPr>
        <p:blipFill>
          <a:blip r:embed="rId5"/>
          <a:srcRect t="159" b="85493"/>
          <a:stretch>
            <a:fillRect/>
          </a:stretch>
        </p:blipFill>
        <p:spPr>
          <a:xfrm>
            <a:off x="752475" y="2873375"/>
            <a:ext cx="7957820" cy="5346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132942" y="1806412"/>
            <a:ext cx="299212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04 </a:t>
            </a:r>
            <a:r>
              <a:rPr lang="zh-CN" altLang="en-US" sz="4000" b="1" kern="100">
                <a:solidFill>
                  <a:schemeClr val="accent1"/>
                </a:solidFill>
                <a:latin typeface="+mj-ea"/>
                <a:ea typeface="+mj-ea"/>
                <a:cs typeface="Times New Roman" panose="02020603050405020304" pitchFamily="18" charset="0"/>
              </a:rPr>
              <a:t>小组分工</a:t>
            </a:r>
            <a:endParaRPr lang="zh-CN" altLang="en-US" sz="4000" b="1" kern="100">
              <a:solidFill>
                <a:schemeClr val="accent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32942" y="2518449"/>
            <a:ext cx="560800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b="1" i="1">
                <a:solidFill>
                  <a:schemeClr val="accent1"/>
                </a:solidFill>
                <a:latin typeface="+mj-lt"/>
              </a:rPr>
              <a:t>Group division of labor</a:t>
            </a:r>
            <a:endParaRPr lang="en-US" altLang="zh-CN" sz="1100" b="1" i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90875" y="2876550"/>
            <a:ext cx="3570605" cy="567055"/>
            <a:chOff x="5025" y="5403"/>
            <a:chExt cx="5623" cy="89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086" y="5403"/>
              <a:ext cx="556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: 圆角 29"/>
            <p:cNvSpPr/>
            <p:nvPr/>
          </p:nvSpPr>
          <p:spPr>
            <a:xfrm>
              <a:off x="5025" y="5866"/>
              <a:ext cx="1779" cy="43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  <a:latin typeface="+mj-ea"/>
                  <a:ea typeface="+mj-ea"/>
                </a:rPr>
                <a:t>4TH</a:t>
              </a:r>
              <a:endParaRPr lang="en-US" altLang="zh-CN" sz="12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4" name="任意多边形: 形状 24"/>
            <p:cNvSpPr/>
            <p:nvPr>
              <p:custDataLst>
                <p:tags r:id="rId2"/>
              </p:custDataLst>
            </p:nvPr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" name="Freeform 12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Freeform 14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15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16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7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1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0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3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190477"/>
            <a:ext cx="267286" cy="591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267286" y="196954"/>
            <a:ext cx="1293495" cy="583327"/>
            <a:chOff x="301053" y="227004"/>
            <a:chExt cx="1293495" cy="583327"/>
          </a:xfrm>
        </p:grpSpPr>
        <p:sp>
          <p:nvSpPr>
            <p:cNvPr id="55" name="矩形 54"/>
            <p:cNvSpPr/>
            <p:nvPr/>
          </p:nvSpPr>
          <p:spPr bwMode="auto">
            <a:xfrm>
              <a:off x="331511" y="227004"/>
              <a:ext cx="1097280" cy="3683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800" b="1" kern="100">
                  <a:solidFill>
                    <a:srgbClr val="BE242B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小组分工</a:t>
              </a:r>
              <a:endParaRPr lang="zh-CN" altLang="en-US" sz="1800" b="1" kern="100">
                <a:solidFill>
                  <a:srgbClr val="BE242B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01053" y="596336"/>
              <a:ext cx="1293495" cy="2139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方正兰亭黑_GBK" panose="02000000000000000000" charset="-122"/>
                </a:rPr>
                <a:t>Group division of labor</a:t>
              </a:r>
              <a:endPara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方正兰亭黑_GBK" panose="02000000000000000000" charset="-122"/>
              </a:endParaRPr>
            </a:p>
          </p:txBody>
        </p:sp>
      </p:grpSp>
      <p:sp>
        <p:nvSpPr>
          <p:cNvPr id="24" name="Freeform 8"/>
          <p:cNvSpPr/>
          <p:nvPr/>
        </p:nvSpPr>
        <p:spPr bwMode="auto">
          <a:xfrm>
            <a:off x="1018560" y="2253432"/>
            <a:ext cx="2436865" cy="340430"/>
          </a:xfrm>
          <a:custGeom>
            <a:avLst/>
            <a:gdLst>
              <a:gd name="T0" fmla="*/ 1169 w 1267"/>
              <a:gd name="T1" fmla="*/ 177 h 177"/>
              <a:gd name="T2" fmla="*/ 0 w 1267"/>
              <a:gd name="T3" fmla="*/ 177 h 177"/>
              <a:gd name="T4" fmla="*/ 98 w 1267"/>
              <a:gd name="T5" fmla="*/ 88 h 177"/>
              <a:gd name="T6" fmla="*/ 0 w 1267"/>
              <a:gd name="T7" fmla="*/ 0 h 177"/>
              <a:gd name="T8" fmla="*/ 1169 w 1267"/>
              <a:gd name="T9" fmla="*/ 0 h 177"/>
              <a:gd name="T10" fmla="*/ 1267 w 1267"/>
              <a:gd name="T11" fmla="*/ 88 h 177"/>
              <a:gd name="T12" fmla="*/ 1169 w 1267"/>
              <a:gd name="T13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67" h="177">
                <a:moveTo>
                  <a:pt x="1169" y="177"/>
                </a:moveTo>
                <a:lnTo>
                  <a:pt x="0" y="177"/>
                </a:lnTo>
                <a:lnTo>
                  <a:pt x="98" y="88"/>
                </a:lnTo>
                <a:lnTo>
                  <a:pt x="0" y="0"/>
                </a:lnTo>
                <a:lnTo>
                  <a:pt x="1169" y="0"/>
                </a:lnTo>
                <a:lnTo>
                  <a:pt x="1267" y="88"/>
                </a:lnTo>
                <a:lnTo>
                  <a:pt x="1169" y="1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val 9"/>
          <p:cNvSpPr>
            <a:spLocks noChangeArrowheads="1"/>
          </p:cNvSpPr>
          <p:nvPr/>
        </p:nvSpPr>
        <p:spPr bwMode="auto">
          <a:xfrm>
            <a:off x="2186023" y="2197654"/>
            <a:ext cx="103860" cy="10963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10"/>
          <p:cNvSpPr/>
          <p:nvPr/>
        </p:nvSpPr>
        <p:spPr bwMode="auto">
          <a:xfrm>
            <a:off x="1810974" y="1020573"/>
            <a:ext cx="848191" cy="977055"/>
          </a:xfrm>
          <a:custGeom>
            <a:avLst/>
            <a:gdLst>
              <a:gd name="T0" fmla="*/ 181 w 220"/>
              <a:gd name="T1" fmla="*/ 39 h 252"/>
              <a:gd name="T2" fmla="*/ 39 w 220"/>
              <a:gd name="T3" fmla="*/ 39 h 252"/>
              <a:gd name="T4" fmla="*/ 39 w 220"/>
              <a:gd name="T5" fmla="*/ 181 h 252"/>
              <a:gd name="T6" fmla="*/ 110 w 220"/>
              <a:gd name="T7" fmla="*/ 252 h 252"/>
              <a:gd name="T8" fmla="*/ 181 w 220"/>
              <a:gd name="T9" fmla="*/ 181 h 252"/>
              <a:gd name="T10" fmla="*/ 181 w 220"/>
              <a:gd name="T11" fmla="*/ 39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252">
                <a:moveTo>
                  <a:pt x="181" y="39"/>
                </a:moveTo>
                <a:cubicBezTo>
                  <a:pt x="142" y="0"/>
                  <a:pt x="79" y="0"/>
                  <a:pt x="39" y="39"/>
                </a:cubicBezTo>
                <a:cubicBezTo>
                  <a:pt x="0" y="78"/>
                  <a:pt x="0" y="142"/>
                  <a:pt x="39" y="181"/>
                </a:cubicBezTo>
                <a:cubicBezTo>
                  <a:pt x="110" y="252"/>
                  <a:pt x="110" y="252"/>
                  <a:pt x="110" y="252"/>
                </a:cubicBezTo>
                <a:cubicBezTo>
                  <a:pt x="181" y="181"/>
                  <a:pt x="181" y="181"/>
                  <a:pt x="181" y="181"/>
                </a:cubicBezTo>
                <a:cubicBezTo>
                  <a:pt x="220" y="142"/>
                  <a:pt x="220" y="78"/>
                  <a:pt x="181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val 11"/>
          <p:cNvSpPr>
            <a:spLocks noChangeArrowheads="1"/>
          </p:cNvSpPr>
          <p:nvPr/>
        </p:nvSpPr>
        <p:spPr bwMode="auto">
          <a:xfrm>
            <a:off x="1952340" y="1159054"/>
            <a:ext cx="565460" cy="57507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Freeform 12"/>
          <p:cNvSpPr/>
          <p:nvPr/>
        </p:nvSpPr>
        <p:spPr bwMode="auto">
          <a:xfrm>
            <a:off x="3374646" y="2253432"/>
            <a:ext cx="2438789" cy="340430"/>
          </a:xfrm>
          <a:custGeom>
            <a:avLst/>
            <a:gdLst>
              <a:gd name="T0" fmla="*/ 1170 w 1268"/>
              <a:gd name="T1" fmla="*/ 177 h 177"/>
              <a:gd name="T2" fmla="*/ 0 w 1268"/>
              <a:gd name="T3" fmla="*/ 177 h 177"/>
              <a:gd name="T4" fmla="*/ 99 w 1268"/>
              <a:gd name="T5" fmla="*/ 88 h 177"/>
              <a:gd name="T6" fmla="*/ 0 w 1268"/>
              <a:gd name="T7" fmla="*/ 0 h 177"/>
              <a:gd name="T8" fmla="*/ 1170 w 1268"/>
              <a:gd name="T9" fmla="*/ 0 h 177"/>
              <a:gd name="T10" fmla="*/ 1268 w 1268"/>
              <a:gd name="T11" fmla="*/ 88 h 177"/>
              <a:gd name="T12" fmla="*/ 1170 w 1268"/>
              <a:gd name="T13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68" h="177">
                <a:moveTo>
                  <a:pt x="1170" y="177"/>
                </a:moveTo>
                <a:lnTo>
                  <a:pt x="0" y="177"/>
                </a:lnTo>
                <a:lnTo>
                  <a:pt x="99" y="88"/>
                </a:lnTo>
                <a:lnTo>
                  <a:pt x="0" y="0"/>
                </a:lnTo>
                <a:lnTo>
                  <a:pt x="1170" y="0"/>
                </a:lnTo>
                <a:lnTo>
                  <a:pt x="1268" y="88"/>
                </a:lnTo>
                <a:lnTo>
                  <a:pt x="1170" y="1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val 13"/>
          <p:cNvSpPr>
            <a:spLocks noChangeArrowheads="1"/>
          </p:cNvSpPr>
          <p:nvPr/>
        </p:nvSpPr>
        <p:spPr bwMode="auto">
          <a:xfrm>
            <a:off x="4542110" y="2197654"/>
            <a:ext cx="103860" cy="10963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Freeform 14"/>
          <p:cNvSpPr/>
          <p:nvPr/>
        </p:nvSpPr>
        <p:spPr bwMode="auto">
          <a:xfrm>
            <a:off x="4168984" y="1020573"/>
            <a:ext cx="850114" cy="977055"/>
          </a:xfrm>
          <a:custGeom>
            <a:avLst/>
            <a:gdLst>
              <a:gd name="T0" fmla="*/ 181 w 221"/>
              <a:gd name="T1" fmla="*/ 39 h 252"/>
              <a:gd name="T2" fmla="*/ 40 w 221"/>
              <a:gd name="T3" fmla="*/ 39 h 252"/>
              <a:gd name="T4" fmla="*/ 40 w 221"/>
              <a:gd name="T5" fmla="*/ 181 h 252"/>
              <a:gd name="T6" fmla="*/ 111 w 221"/>
              <a:gd name="T7" fmla="*/ 252 h 252"/>
              <a:gd name="T8" fmla="*/ 181 w 221"/>
              <a:gd name="T9" fmla="*/ 181 h 252"/>
              <a:gd name="T10" fmla="*/ 181 w 221"/>
              <a:gd name="T11" fmla="*/ 39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1" h="252">
                <a:moveTo>
                  <a:pt x="181" y="39"/>
                </a:moveTo>
                <a:cubicBezTo>
                  <a:pt x="142" y="0"/>
                  <a:pt x="79" y="0"/>
                  <a:pt x="40" y="39"/>
                </a:cubicBezTo>
                <a:cubicBezTo>
                  <a:pt x="0" y="78"/>
                  <a:pt x="0" y="142"/>
                  <a:pt x="40" y="181"/>
                </a:cubicBezTo>
                <a:cubicBezTo>
                  <a:pt x="111" y="252"/>
                  <a:pt x="111" y="252"/>
                  <a:pt x="111" y="252"/>
                </a:cubicBezTo>
                <a:cubicBezTo>
                  <a:pt x="181" y="181"/>
                  <a:pt x="181" y="181"/>
                  <a:pt x="181" y="181"/>
                </a:cubicBezTo>
                <a:cubicBezTo>
                  <a:pt x="221" y="142"/>
                  <a:pt x="221" y="78"/>
                  <a:pt x="181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5" name="Oval 15"/>
          <p:cNvSpPr>
            <a:spLocks noChangeArrowheads="1"/>
          </p:cNvSpPr>
          <p:nvPr/>
        </p:nvSpPr>
        <p:spPr bwMode="auto">
          <a:xfrm>
            <a:off x="4311311" y="1159054"/>
            <a:ext cx="565460" cy="57507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6" name="Freeform 16"/>
          <p:cNvSpPr/>
          <p:nvPr/>
        </p:nvSpPr>
        <p:spPr bwMode="auto">
          <a:xfrm>
            <a:off x="5732654" y="2253432"/>
            <a:ext cx="2436866" cy="340430"/>
          </a:xfrm>
          <a:custGeom>
            <a:avLst/>
            <a:gdLst>
              <a:gd name="T0" fmla="*/ 1169 w 1267"/>
              <a:gd name="T1" fmla="*/ 177 h 177"/>
              <a:gd name="T2" fmla="*/ 0 w 1267"/>
              <a:gd name="T3" fmla="*/ 177 h 177"/>
              <a:gd name="T4" fmla="*/ 98 w 1267"/>
              <a:gd name="T5" fmla="*/ 88 h 177"/>
              <a:gd name="T6" fmla="*/ 0 w 1267"/>
              <a:gd name="T7" fmla="*/ 0 h 177"/>
              <a:gd name="T8" fmla="*/ 1169 w 1267"/>
              <a:gd name="T9" fmla="*/ 0 h 177"/>
              <a:gd name="T10" fmla="*/ 1267 w 1267"/>
              <a:gd name="T11" fmla="*/ 88 h 177"/>
              <a:gd name="T12" fmla="*/ 1169 w 1267"/>
              <a:gd name="T13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67" h="177">
                <a:moveTo>
                  <a:pt x="1169" y="177"/>
                </a:moveTo>
                <a:lnTo>
                  <a:pt x="0" y="177"/>
                </a:lnTo>
                <a:lnTo>
                  <a:pt x="98" y="88"/>
                </a:lnTo>
                <a:lnTo>
                  <a:pt x="0" y="0"/>
                </a:lnTo>
                <a:lnTo>
                  <a:pt x="1169" y="0"/>
                </a:lnTo>
                <a:lnTo>
                  <a:pt x="1267" y="88"/>
                </a:lnTo>
                <a:lnTo>
                  <a:pt x="1169" y="1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val 17"/>
          <p:cNvSpPr>
            <a:spLocks noChangeArrowheads="1"/>
          </p:cNvSpPr>
          <p:nvPr/>
        </p:nvSpPr>
        <p:spPr bwMode="auto">
          <a:xfrm>
            <a:off x="6900119" y="2197654"/>
            <a:ext cx="103860" cy="10963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Freeform 18"/>
          <p:cNvSpPr/>
          <p:nvPr/>
        </p:nvSpPr>
        <p:spPr bwMode="auto">
          <a:xfrm>
            <a:off x="6528915" y="1020573"/>
            <a:ext cx="848192" cy="977055"/>
          </a:xfrm>
          <a:custGeom>
            <a:avLst/>
            <a:gdLst>
              <a:gd name="T0" fmla="*/ 181 w 220"/>
              <a:gd name="T1" fmla="*/ 39 h 252"/>
              <a:gd name="T2" fmla="*/ 39 w 220"/>
              <a:gd name="T3" fmla="*/ 39 h 252"/>
              <a:gd name="T4" fmla="*/ 39 w 220"/>
              <a:gd name="T5" fmla="*/ 181 h 252"/>
              <a:gd name="T6" fmla="*/ 110 w 220"/>
              <a:gd name="T7" fmla="*/ 252 h 252"/>
              <a:gd name="T8" fmla="*/ 181 w 220"/>
              <a:gd name="T9" fmla="*/ 181 h 252"/>
              <a:gd name="T10" fmla="*/ 181 w 220"/>
              <a:gd name="T11" fmla="*/ 39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252">
                <a:moveTo>
                  <a:pt x="181" y="39"/>
                </a:moveTo>
                <a:cubicBezTo>
                  <a:pt x="142" y="0"/>
                  <a:pt x="78" y="0"/>
                  <a:pt x="39" y="39"/>
                </a:cubicBezTo>
                <a:cubicBezTo>
                  <a:pt x="0" y="78"/>
                  <a:pt x="0" y="142"/>
                  <a:pt x="39" y="181"/>
                </a:cubicBezTo>
                <a:cubicBezTo>
                  <a:pt x="110" y="252"/>
                  <a:pt x="110" y="252"/>
                  <a:pt x="110" y="252"/>
                </a:cubicBezTo>
                <a:cubicBezTo>
                  <a:pt x="181" y="181"/>
                  <a:pt x="181" y="181"/>
                  <a:pt x="181" y="181"/>
                </a:cubicBezTo>
                <a:cubicBezTo>
                  <a:pt x="220" y="142"/>
                  <a:pt x="220" y="78"/>
                  <a:pt x="181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val 19"/>
          <p:cNvSpPr>
            <a:spLocks noChangeArrowheads="1"/>
          </p:cNvSpPr>
          <p:nvPr/>
        </p:nvSpPr>
        <p:spPr bwMode="auto">
          <a:xfrm>
            <a:off x="6669318" y="1159054"/>
            <a:ext cx="567385" cy="57507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val 23"/>
          <p:cNvSpPr>
            <a:spLocks noChangeArrowheads="1"/>
          </p:cNvSpPr>
          <p:nvPr/>
        </p:nvSpPr>
        <p:spPr bwMode="auto">
          <a:xfrm>
            <a:off x="9025405" y="1159054"/>
            <a:ext cx="569307" cy="57507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638483" y="2884891"/>
            <a:ext cx="127028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项目设计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048553" y="2885009"/>
            <a:ext cx="127028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项目制作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329220" y="2881255"/>
            <a:ext cx="127028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PPT</a:t>
            </a:r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制作</a:t>
            </a:r>
            <a:endParaRPr kumimoji="0" lang="zh-CN" altLang="en-US" sz="1600" b="1" i="0" u="none" strike="noStrike" kern="1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70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2144289" y="1329338"/>
            <a:ext cx="181561" cy="211665"/>
            <a:chOff x="2492" y="1167"/>
            <a:chExt cx="778" cy="907"/>
          </a:xfrm>
          <a:solidFill>
            <a:schemeClr val="accent1"/>
          </a:solidFill>
        </p:grpSpPr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Rectangle 10"/>
            <p:cNvSpPr>
              <a:spLocks noChangeArrowheads="1"/>
            </p:cNvSpPr>
            <p:nvPr/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Rectangle 11"/>
            <p:cNvSpPr>
              <a:spLocks noChangeArrowheads="1"/>
            </p:cNvSpPr>
            <p:nvPr/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5" name="组合 74" descr="e7d195523061f1c09e9d68d7cf438b91ef959ecb14fc25d26BBA7F7DBC18E55DFF4014AF651F0BF2569D4B6C1DA7F1A4683A481403BD872FC687266AD13265C1DE7C373772FD8728ABDD69ADD03BFF5BE2862BC891DBB79E46FE1DD7084A990AEDDB843390D0A77167CCE98D7F8EA6FA7B7B69B1E1CC7B6AD1A3A5934C7D5321ADABD856D9E67DC4F55AB8241781D7919579EEAA49B2072A"/>
          <p:cNvGrpSpPr/>
          <p:nvPr/>
        </p:nvGrpSpPr>
        <p:grpSpPr>
          <a:xfrm>
            <a:off x="6831871" y="1336735"/>
            <a:ext cx="262036" cy="221523"/>
            <a:chOff x="7442908" y="1804343"/>
            <a:chExt cx="542775" cy="458859"/>
          </a:xfrm>
          <a:solidFill>
            <a:schemeClr val="accent1"/>
          </a:solidFill>
        </p:grpSpPr>
        <p:sp>
          <p:nvSpPr>
            <p:cNvPr id="76" name="Freeform 16"/>
            <p:cNvSpPr/>
            <p:nvPr/>
          </p:nvSpPr>
          <p:spPr bwMode="auto">
            <a:xfrm>
              <a:off x="7561938" y="1915636"/>
              <a:ext cx="305311" cy="127362"/>
            </a:xfrm>
            <a:custGeom>
              <a:avLst/>
              <a:gdLst>
                <a:gd name="T0" fmla="*/ 348 w 513"/>
                <a:gd name="T1" fmla="*/ 0 h 214"/>
                <a:gd name="T2" fmla="*/ 210 w 513"/>
                <a:gd name="T3" fmla="*/ 139 h 214"/>
                <a:gd name="T4" fmla="*/ 119 w 513"/>
                <a:gd name="T5" fmla="*/ 48 h 214"/>
                <a:gd name="T6" fmla="*/ 0 w 513"/>
                <a:gd name="T7" fmla="*/ 166 h 214"/>
                <a:gd name="T8" fmla="*/ 38 w 513"/>
                <a:gd name="T9" fmla="*/ 202 h 214"/>
                <a:gd name="T10" fmla="*/ 119 w 513"/>
                <a:gd name="T11" fmla="*/ 123 h 214"/>
                <a:gd name="T12" fmla="*/ 210 w 513"/>
                <a:gd name="T13" fmla="*/ 214 h 214"/>
                <a:gd name="T14" fmla="*/ 348 w 513"/>
                <a:gd name="T15" fmla="*/ 76 h 214"/>
                <a:gd name="T16" fmla="*/ 475 w 513"/>
                <a:gd name="T17" fmla="*/ 202 h 214"/>
                <a:gd name="T18" fmla="*/ 513 w 513"/>
                <a:gd name="T19" fmla="*/ 165 h 214"/>
                <a:gd name="T20" fmla="*/ 348 w 513"/>
                <a:gd name="T21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3" h="214">
                  <a:moveTo>
                    <a:pt x="348" y="0"/>
                  </a:moveTo>
                  <a:lnTo>
                    <a:pt x="210" y="139"/>
                  </a:lnTo>
                  <a:lnTo>
                    <a:pt x="119" y="48"/>
                  </a:lnTo>
                  <a:lnTo>
                    <a:pt x="0" y="166"/>
                  </a:lnTo>
                  <a:lnTo>
                    <a:pt x="38" y="202"/>
                  </a:lnTo>
                  <a:lnTo>
                    <a:pt x="119" y="123"/>
                  </a:lnTo>
                  <a:lnTo>
                    <a:pt x="210" y="214"/>
                  </a:lnTo>
                  <a:lnTo>
                    <a:pt x="348" y="76"/>
                  </a:lnTo>
                  <a:lnTo>
                    <a:pt x="475" y="202"/>
                  </a:lnTo>
                  <a:lnTo>
                    <a:pt x="513" y="165"/>
                  </a:lnTo>
                  <a:lnTo>
                    <a:pt x="34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17"/>
            <p:cNvSpPr>
              <a:spLocks noEditPoints="1"/>
            </p:cNvSpPr>
            <p:nvPr/>
          </p:nvSpPr>
          <p:spPr bwMode="auto">
            <a:xfrm>
              <a:off x="7442908" y="1804343"/>
              <a:ext cx="542775" cy="458859"/>
            </a:xfrm>
            <a:custGeom>
              <a:avLst/>
              <a:gdLst>
                <a:gd name="T0" fmla="*/ 912 w 912"/>
                <a:gd name="T1" fmla="*/ 54 h 771"/>
                <a:gd name="T2" fmla="*/ 912 w 912"/>
                <a:gd name="T3" fmla="*/ 0 h 771"/>
                <a:gd name="T4" fmla="*/ 2 w 912"/>
                <a:gd name="T5" fmla="*/ 0 h 771"/>
                <a:gd name="T6" fmla="*/ 2 w 912"/>
                <a:gd name="T7" fmla="*/ 54 h 771"/>
                <a:gd name="T8" fmla="*/ 30 w 912"/>
                <a:gd name="T9" fmla="*/ 54 h 771"/>
                <a:gd name="T10" fmla="*/ 30 w 912"/>
                <a:gd name="T11" fmla="*/ 541 h 771"/>
                <a:gd name="T12" fmla="*/ 0 w 912"/>
                <a:gd name="T13" fmla="*/ 541 h 771"/>
                <a:gd name="T14" fmla="*/ 0 w 912"/>
                <a:gd name="T15" fmla="*/ 594 h 771"/>
                <a:gd name="T16" fmla="*/ 30 w 912"/>
                <a:gd name="T17" fmla="*/ 594 h 771"/>
                <a:gd name="T18" fmla="*/ 30 w 912"/>
                <a:gd name="T19" fmla="*/ 595 h 771"/>
                <a:gd name="T20" fmla="*/ 429 w 912"/>
                <a:gd name="T21" fmla="*/ 595 h 771"/>
                <a:gd name="T22" fmla="*/ 429 w 912"/>
                <a:gd name="T23" fmla="*/ 718 h 771"/>
                <a:gd name="T24" fmla="*/ 367 w 912"/>
                <a:gd name="T25" fmla="*/ 718 h 771"/>
                <a:gd name="T26" fmla="*/ 367 w 912"/>
                <a:gd name="T27" fmla="*/ 771 h 771"/>
                <a:gd name="T28" fmla="*/ 545 w 912"/>
                <a:gd name="T29" fmla="*/ 771 h 771"/>
                <a:gd name="T30" fmla="*/ 545 w 912"/>
                <a:gd name="T31" fmla="*/ 718 h 771"/>
                <a:gd name="T32" fmla="*/ 482 w 912"/>
                <a:gd name="T33" fmla="*/ 718 h 771"/>
                <a:gd name="T34" fmla="*/ 482 w 912"/>
                <a:gd name="T35" fmla="*/ 595 h 771"/>
                <a:gd name="T36" fmla="*/ 885 w 912"/>
                <a:gd name="T37" fmla="*/ 595 h 771"/>
                <a:gd name="T38" fmla="*/ 885 w 912"/>
                <a:gd name="T39" fmla="*/ 594 h 771"/>
                <a:gd name="T40" fmla="*/ 911 w 912"/>
                <a:gd name="T41" fmla="*/ 594 h 771"/>
                <a:gd name="T42" fmla="*/ 911 w 912"/>
                <a:gd name="T43" fmla="*/ 541 h 771"/>
                <a:gd name="T44" fmla="*/ 885 w 912"/>
                <a:gd name="T45" fmla="*/ 541 h 771"/>
                <a:gd name="T46" fmla="*/ 885 w 912"/>
                <a:gd name="T47" fmla="*/ 54 h 771"/>
                <a:gd name="T48" fmla="*/ 912 w 912"/>
                <a:gd name="T49" fmla="*/ 54 h 771"/>
                <a:gd name="T50" fmla="*/ 83 w 912"/>
                <a:gd name="T51" fmla="*/ 541 h 771"/>
                <a:gd name="T52" fmla="*/ 83 w 912"/>
                <a:gd name="T53" fmla="*/ 55 h 771"/>
                <a:gd name="T54" fmla="*/ 832 w 912"/>
                <a:gd name="T55" fmla="*/ 55 h 771"/>
                <a:gd name="T56" fmla="*/ 832 w 912"/>
                <a:gd name="T57" fmla="*/ 541 h 771"/>
                <a:gd name="T58" fmla="*/ 83 w 912"/>
                <a:gd name="T59" fmla="*/ 54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12" h="771">
                  <a:moveTo>
                    <a:pt x="912" y="54"/>
                  </a:moveTo>
                  <a:lnTo>
                    <a:pt x="912" y="0"/>
                  </a:lnTo>
                  <a:lnTo>
                    <a:pt x="2" y="0"/>
                  </a:lnTo>
                  <a:lnTo>
                    <a:pt x="2" y="54"/>
                  </a:lnTo>
                  <a:lnTo>
                    <a:pt x="30" y="54"/>
                  </a:lnTo>
                  <a:lnTo>
                    <a:pt x="30" y="541"/>
                  </a:lnTo>
                  <a:lnTo>
                    <a:pt x="0" y="541"/>
                  </a:lnTo>
                  <a:lnTo>
                    <a:pt x="0" y="594"/>
                  </a:lnTo>
                  <a:lnTo>
                    <a:pt x="30" y="594"/>
                  </a:lnTo>
                  <a:lnTo>
                    <a:pt x="30" y="595"/>
                  </a:lnTo>
                  <a:lnTo>
                    <a:pt x="429" y="595"/>
                  </a:lnTo>
                  <a:lnTo>
                    <a:pt x="429" y="718"/>
                  </a:lnTo>
                  <a:lnTo>
                    <a:pt x="367" y="718"/>
                  </a:lnTo>
                  <a:lnTo>
                    <a:pt x="367" y="771"/>
                  </a:lnTo>
                  <a:lnTo>
                    <a:pt x="545" y="771"/>
                  </a:lnTo>
                  <a:lnTo>
                    <a:pt x="545" y="718"/>
                  </a:lnTo>
                  <a:lnTo>
                    <a:pt x="482" y="718"/>
                  </a:lnTo>
                  <a:lnTo>
                    <a:pt x="482" y="595"/>
                  </a:lnTo>
                  <a:lnTo>
                    <a:pt x="885" y="595"/>
                  </a:lnTo>
                  <a:lnTo>
                    <a:pt x="885" y="594"/>
                  </a:lnTo>
                  <a:lnTo>
                    <a:pt x="911" y="594"/>
                  </a:lnTo>
                  <a:lnTo>
                    <a:pt x="911" y="541"/>
                  </a:lnTo>
                  <a:lnTo>
                    <a:pt x="885" y="541"/>
                  </a:lnTo>
                  <a:lnTo>
                    <a:pt x="885" y="54"/>
                  </a:lnTo>
                  <a:lnTo>
                    <a:pt x="912" y="54"/>
                  </a:lnTo>
                  <a:close/>
                  <a:moveTo>
                    <a:pt x="83" y="541"/>
                  </a:moveTo>
                  <a:lnTo>
                    <a:pt x="83" y="55"/>
                  </a:lnTo>
                  <a:lnTo>
                    <a:pt x="832" y="55"/>
                  </a:lnTo>
                  <a:lnTo>
                    <a:pt x="832" y="541"/>
                  </a:lnTo>
                  <a:lnTo>
                    <a:pt x="83" y="5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1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SpPr>
            <a:spLocks noEditPoints="1"/>
          </p:cNvSpPr>
          <p:nvPr/>
        </p:nvSpPr>
        <p:spPr bwMode="auto">
          <a:xfrm>
            <a:off x="4485738" y="1325454"/>
            <a:ext cx="216606" cy="184745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2235" y="3358515"/>
            <a:ext cx="1696085" cy="1491615"/>
          </a:xfrm>
          <a:prstGeom prst="rect">
            <a:avLst/>
          </a:prstGeom>
          <a:noFill/>
          <a:ln>
            <a:gradFill>
              <a:gsLst>
                <a:gs pos="25000">
                  <a:schemeClr val="accent1">
                    <a:lumMod val="5000"/>
                    <a:lumOff val="95000"/>
                  </a:schemeClr>
                </a:gs>
                <a:gs pos="60000">
                  <a:srgbClr val="CA5C43"/>
                </a:gs>
                <a:gs pos="89000">
                  <a:schemeClr val="accent1"/>
                </a:gs>
              </a:gsLst>
              <a:lin ang="5400000" scaled="1"/>
            </a:gradFill>
          </a:ln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殷石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陈晓旭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李代强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张一硕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黄子健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743325" y="3359785"/>
            <a:ext cx="1696085" cy="1491615"/>
          </a:xfrm>
          <a:prstGeom prst="rect">
            <a:avLst/>
          </a:prstGeom>
          <a:noFill/>
          <a:ln>
            <a:gradFill>
              <a:gsLst>
                <a:gs pos="25000">
                  <a:schemeClr val="accent1">
                    <a:lumMod val="5000"/>
                    <a:lumOff val="95000"/>
                  </a:schemeClr>
                </a:gs>
                <a:gs pos="60000">
                  <a:srgbClr val="CA5C43"/>
                </a:gs>
                <a:gs pos="89000">
                  <a:schemeClr val="accent1"/>
                </a:gs>
              </a:gsLst>
              <a:lin ang="5400000" scaled="1"/>
            </a:gradFill>
          </a:ln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石耀军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陈晓旭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殷石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李代强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116320" y="3359785"/>
            <a:ext cx="1696085" cy="1491615"/>
          </a:xfrm>
          <a:prstGeom prst="rect">
            <a:avLst/>
          </a:prstGeom>
          <a:noFill/>
          <a:ln>
            <a:gradFill>
              <a:gsLst>
                <a:gs pos="25000">
                  <a:schemeClr val="accent1">
                    <a:lumMod val="5000"/>
                    <a:lumOff val="95000"/>
                  </a:schemeClr>
                </a:gs>
                <a:gs pos="60000">
                  <a:srgbClr val="CA5C43"/>
                </a:gs>
                <a:gs pos="89000">
                  <a:schemeClr val="accent1"/>
                </a:gs>
              </a:gsLst>
              <a:lin ang="5400000" scaled="1"/>
            </a:gradFill>
          </a:ln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廖江洪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李代强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赖盛蔚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132942" y="1806412"/>
            <a:ext cx="3738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感谢各位的聆听</a:t>
            </a:r>
            <a:endParaRPr lang="zh-CN" altLang="en-US" sz="4000" b="1" kern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32942" y="2518449"/>
            <a:ext cx="5608004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四川大学电子信息学院</a:t>
            </a:r>
            <a:endParaRPr lang="zh-CN" altLang="en-US" sz="1100" b="1" i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41345" y="2821305"/>
            <a:ext cx="5081905" cy="645160"/>
            <a:chOff x="4946" y="5323"/>
            <a:chExt cx="8003" cy="1016"/>
          </a:xfrm>
        </p:grpSpPr>
        <p:sp>
          <p:nvSpPr>
            <p:cNvPr id="22" name="矩形 21"/>
            <p:cNvSpPr/>
            <p:nvPr/>
          </p:nvSpPr>
          <p:spPr>
            <a:xfrm>
              <a:off x="4946" y="5323"/>
              <a:ext cx="8003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第三大组，成员：</a:t>
              </a:r>
              <a:endPara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0" marR="0" lvl="0" indent="0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张一硕、石耀军、陈晓旭、黄子健、殷石、李代强、廖江洪、赖盛蔚。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5086" y="5403"/>
              <a:ext cx="556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727710" y="0"/>
            <a:ext cx="1990090" cy="3046730"/>
            <a:chOff x="1146" y="0"/>
            <a:chExt cx="3134" cy="4798"/>
          </a:xfrm>
        </p:grpSpPr>
        <p:sp>
          <p:nvSpPr>
            <p:cNvPr id="25" name="任意多边形: 形状 24"/>
            <p:cNvSpPr/>
            <p:nvPr/>
          </p:nvSpPr>
          <p:spPr>
            <a:xfrm rot="5400000">
              <a:off x="314" y="832"/>
              <a:ext cx="4799" cy="3135"/>
            </a:xfrm>
            <a:custGeom>
              <a:avLst/>
              <a:gdLst>
                <a:gd name="connsiteX0" fmla="*/ 0 w 3047452"/>
                <a:gd name="connsiteY0" fmla="*/ 1990578 h 1990580"/>
                <a:gd name="connsiteX1" fmla="*/ 0 w 3047452"/>
                <a:gd name="connsiteY1" fmla="*/ 0 h 1990580"/>
                <a:gd name="connsiteX2" fmla="*/ 2052162 w 3047452"/>
                <a:gd name="connsiteY2" fmla="*/ 0 h 1990580"/>
                <a:gd name="connsiteX3" fmla="*/ 3047452 w 3047452"/>
                <a:gd name="connsiteY3" fmla="*/ 995290 h 1990580"/>
                <a:gd name="connsiteX4" fmla="*/ 2052162 w 3047452"/>
                <a:gd name="connsiteY4" fmla="*/ 1990580 h 1990580"/>
                <a:gd name="connsiteX5" fmla="*/ 2052122 w 3047452"/>
                <a:gd name="connsiteY5" fmla="*/ 1990578 h 199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7452" h="1990580">
                  <a:moveTo>
                    <a:pt x="0" y="1990578"/>
                  </a:moveTo>
                  <a:lnTo>
                    <a:pt x="0" y="0"/>
                  </a:lnTo>
                  <a:lnTo>
                    <a:pt x="2052162" y="0"/>
                  </a:lnTo>
                  <a:cubicBezTo>
                    <a:pt x="2601845" y="0"/>
                    <a:pt x="3047452" y="445607"/>
                    <a:pt x="3047452" y="995290"/>
                  </a:cubicBezTo>
                  <a:cubicBezTo>
                    <a:pt x="3047452" y="1544973"/>
                    <a:pt x="2601845" y="1990580"/>
                    <a:pt x="2052162" y="1990580"/>
                  </a:cubicBezTo>
                  <a:lnTo>
                    <a:pt x="2052122" y="199057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>
              <a:grpSpLocks noChangeAspect="1"/>
            </p:cNvGrpSpPr>
            <p:nvPr/>
          </p:nvGrpSpPr>
          <p:grpSpPr>
            <a:xfrm>
              <a:off x="1476" y="2180"/>
              <a:ext cx="2504" cy="2504"/>
              <a:chOff x="1913029" y="3281641"/>
              <a:chExt cx="404883" cy="404883"/>
            </a:xfrm>
            <a:solidFill>
              <a:srgbClr val="FFFFFF"/>
            </a:solidFill>
          </p:grpSpPr>
          <p:sp>
            <p:nvSpPr>
              <p:cNvPr id="20" name="Freeform 10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2091791" y="3454845"/>
                <a:ext cx="48470" cy="115617"/>
              </a:xfrm>
              <a:custGeom>
                <a:avLst/>
                <a:gdLst>
                  <a:gd name="T0" fmla="*/ 61 w 105"/>
                  <a:gd name="T1" fmla="*/ 209 h 250"/>
                  <a:gd name="T2" fmla="*/ 44 w 105"/>
                  <a:gd name="T3" fmla="*/ 209 h 250"/>
                  <a:gd name="T4" fmla="*/ 44 w 105"/>
                  <a:gd name="T5" fmla="*/ 24 h 250"/>
                  <a:gd name="T6" fmla="*/ 26 w 105"/>
                  <a:gd name="T7" fmla="*/ 0 h 250"/>
                  <a:gd name="T8" fmla="*/ 5 w 105"/>
                  <a:gd name="T9" fmla="*/ 24 h 250"/>
                  <a:gd name="T10" fmla="*/ 1 w 105"/>
                  <a:gd name="T11" fmla="*/ 190 h 250"/>
                  <a:gd name="T12" fmla="*/ 53 w 105"/>
                  <a:gd name="T13" fmla="*/ 250 h 250"/>
                  <a:gd name="T14" fmla="*/ 104 w 105"/>
                  <a:gd name="T15" fmla="*/ 190 h 250"/>
                  <a:gd name="T16" fmla="*/ 101 w 105"/>
                  <a:gd name="T17" fmla="*/ 24 h 250"/>
                  <a:gd name="T18" fmla="*/ 80 w 105"/>
                  <a:gd name="T19" fmla="*/ 0 h 250"/>
                  <a:gd name="T20" fmla="*/ 61 w 105"/>
                  <a:gd name="T21" fmla="*/ 24 h 250"/>
                  <a:gd name="T22" fmla="*/ 61 w 105"/>
                  <a:gd name="T23" fmla="*/ 209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250">
                    <a:moveTo>
                      <a:pt x="61" y="209"/>
                    </a:moveTo>
                    <a:cubicBezTo>
                      <a:pt x="44" y="209"/>
                      <a:pt x="44" y="209"/>
                      <a:pt x="44" y="209"/>
                    </a:cubicBezTo>
                    <a:cubicBezTo>
                      <a:pt x="44" y="147"/>
                      <a:pt x="44" y="86"/>
                      <a:pt x="44" y="24"/>
                    </a:cubicBezTo>
                    <a:cubicBezTo>
                      <a:pt x="44" y="11"/>
                      <a:pt x="42" y="1"/>
                      <a:pt x="26" y="0"/>
                    </a:cubicBezTo>
                    <a:cubicBezTo>
                      <a:pt x="14" y="0"/>
                      <a:pt x="5" y="8"/>
                      <a:pt x="5" y="24"/>
                    </a:cubicBezTo>
                    <a:cubicBezTo>
                      <a:pt x="4" y="79"/>
                      <a:pt x="2" y="135"/>
                      <a:pt x="1" y="190"/>
                    </a:cubicBezTo>
                    <a:cubicBezTo>
                      <a:pt x="0" y="223"/>
                      <a:pt x="16" y="250"/>
                      <a:pt x="53" y="250"/>
                    </a:cubicBezTo>
                    <a:cubicBezTo>
                      <a:pt x="89" y="250"/>
                      <a:pt x="105" y="223"/>
                      <a:pt x="104" y="190"/>
                    </a:cubicBezTo>
                    <a:cubicBezTo>
                      <a:pt x="103" y="135"/>
                      <a:pt x="102" y="79"/>
                      <a:pt x="101" y="24"/>
                    </a:cubicBezTo>
                    <a:cubicBezTo>
                      <a:pt x="100" y="8"/>
                      <a:pt x="91" y="0"/>
                      <a:pt x="80" y="0"/>
                    </a:cubicBezTo>
                    <a:cubicBezTo>
                      <a:pt x="64" y="1"/>
                      <a:pt x="61" y="11"/>
                      <a:pt x="61" y="24"/>
                    </a:cubicBezTo>
                    <a:cubicBezTo>
                      <a:pt x="61" y="86"/>
                      <a:pt x="61" y="147"/>
                      <a:pt x="61" y="2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955052" y="3375469"/>
                <a:ext cx="38687" cy="51806"/>
              </a:xfrm>
              <a:custGeom>
                <a:avLst/>
                <a:gdLst>
                  <a:gd name="T0" fmla="*/ 14 w 84"/>
                  <a:gd name="T1" fmla="*/ 87 h 112"/>
                  <a:gd name="T2" fmla="*/ 6 w 84"/>
                  <a:gd name="T3" fmla="*/ 87 h 112"/>
                  <a:gd name="T4" fmla="*/ 1 w 84"/>
                  <a:gd name="T5" fmla="*/ 92 h 112"/>
                  <a:gd name="T6" fmla="*/ 7 w 84"/>
                  <a:gd name="T7" fmla="*/ 104 h 112"/>
                  <a:gd name="T8" fmla="*/ 39 w 84"/>
                  <a:gd name="T9" fmla="*/ 111 h 112"/>
                  <a:gd name="T10" fmla="*/ 43 w 84"/>
                  <a:gd name="T11" fmla="*/ 101 h 112"/>
                  <a:gd name="T12" fmla="*/ 27 w 84"/>
                  <a:gd name="T13" fmla="*/ 94 h 112"/>
                  <a:gd name="T14" fmla="*/ 21 w 84"/>
                  <a:gd name="T15" fmla="*/ 66 h 112"/>
                  <a:gd name="T16" fmla="*/ 29 w 84"/>
                  <a:gd name="T17" fmla="*/ 41 h 112"/>
                  <a:gd name="T18" fmla="*/ 35 w 84"/>
                  <a:gd name="T19" fmla="*/ 43 h 112"/>
                  <a:gd name="T20" fmla="*/ 40 w 84"/>
                  <a:gd name="T21" fmla="*/ 58 h 112"/>
                  <a:gd name="T22" fmla="*/ 38 w 84"/>
                  <a:gd name="T23" fmla="*/ 61 h 112"/>
                  <a:gd name="T24" fmla="*/ 30 w 84"/>
                  <a:gd name="T25" fmla="*/ 60 h 112"/>
                  <a:gd name="T26" fmla="*/ 28 w 84"/>
                  <a:gd name="T27" fmla="*/ 67 h 112"/>
                  <a:gd name="T28" fmla="*/ 36 w 84"/>
                  <a:gd name="T29" fmla="*/ 70 h 112"/>
                  <a:gd name="T30" fmla="*/ 41 w 84"/>
                  <a:gd name="T31" fmla="*/ 70 h 112"/>
                  <a:gd name="T32" fmla="*/ 40 w 84"/>
                  <a:gd name="T33" fmla="*/ 80 h 112"/>
                  <a:gd name="T34" fmla="*/ 40 w 84"/>
                  <a:gd name="T35" fmla="*/ 86 h 112"/>
                  <a:gd name="T36" fmla="*/ 48 w 84"/>
                  <a:gd name="T37" fmla="*/ 87 h 112"/>
                  <a:gd name="T38" fmla="*/ 49 w 84"/>
                  <a:gd name="T39" fmla="*/ 74 h 112"/>
                  <a:gd name="T40" fmla="*/ 53 w 84"/>
                  <a:gd name="T41" fmla="*/ 62 h 112"/>
                  <a:gd name="T42" fmla="*/ 62 w 84"/>
                  <a:gd name="T43" fmla="*/ 59 h 112"/>
                  <a:gd name="T44" fmla="*/ 71 w 84"/>
                  <a:gd name="T45" fmla="*/ 46 h 112"/>
                  <a:gd name="T46" fmla="*/ 76 w 84"/>
                  <a:gd name="T47" fmla="*/ 18 h 112"/>
                  <a:gd name="T48" fmla="*/ 79 w 84"/>
                  <a:gd name="T49" fmla="*/ 8 h 112"/>
                  <a:gd name="T50" fmla="*/ 41 w 84"/>
                  <a:gd name="T51" fmla="*/ 8 h 112"/>
                  <a:gd name="T52" fmla="*/ 17 w 84"/>
                  <a:gd name="T53" fmla="*/ 43 h 112"/>
                  <a:gd name="T54" fmla="*/ 12 w 84"/>
                  <a:gd name="T55" fmla="*/ 75 h 112"/>
                  <a:gd name="T56" fmla="*/ 14 w 84"/>
                  <a:gd name="T57" fmla="*/ 87 h 112"/>
                  <a:gd name="T58" fmla="*/ 47 w 84"/>
                  <a:gd name="T59" fmla="*/ 58 h 112"/>
                  <a:gd name="T60" fmla="*/ 47 w 84"/>
                  <a:gd name="T61" fmla="*/ 58 h 112"/>
                  <a:gd name="T62" fmla="*/ 46 w 84"/>
                  <a:gd name="T63" fmla="*/ 60 h 112"/>
                  <a:gd name="T64" fmla="*/ 45 w 84"/>
                  <a:gd name="T65" fmla="*/ 42 h 112"/>
                  <a:gd name="T66" fmla="*/ 37 w 84"/>
                  <a:gd name="T67" fmla="*/ 37 h 112"/>
                  <a:gd name="T68" fmla="*/ 32 w 84"/>
                  <a:gd name="T69" fmla="*/ 38 h 112"/>
                  <a:gd name="T70" fmla="*/ 39 w 84"/>
                  <a:gd name="T71" fmla="*/ 25 h 112"/>
                  <a:gd name="T72" fmla="*/ 58 w 84"/>
                  <a:gd name="T73" fmla="*/ 11 h 112"/>
                  <a:gd name="T74" fmla="*/ 60 w 84"/>
                  <a:gd name="T75" fmla="*/ 30 h 112"/>
                  <a:gd name="T76" fmla="*/ 59 w 84"/>
                  <a:gd name="T77" fmla="*/ 49 h 112"/>
                  <a:gd name="T78" fmla="*/ 52 w 84"/>
                  <a:gd name="T79" fmla="*/ 52 h 112"/>
                  <a:gd name="T80" fmla="*/ 47 w 84"/>
                  <a:gd name="T81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12">
                    <a:moveTo>
                      <a:pt x="14" y="87"/>
                    </a:moveTo>
                    <a:cubicBezTo>
                      <a:pt x="13" y="88"/>
                      <a:pt x="9" y="85"/>
                      <a:pt x="6" y="87"/>
                    </a:cubicBezTo>
                    <a:cubicBezTo>
                      <a:pt x="3" y="88"/>
                      <a:pt x="2" y="90"/>
                      <a:pt x="1" y="92"/>
                    </a:cubicBezTo>
                    <a:cubicBezTo>
                      <a:pt x="0" y="94"/>
                      <a:pt x="1" y="100"/>
                      <a:pt x="7" y="104"/>
                    </a:cubicBezTo>
                    <a:cubicBezTo>
                      <a:pt x="13" y="108"/>
                      <a:pt x="34" y="112"/>
                      <a:pt x="39" y="111"/>
                    </a:cubicBezTo>
                    <a:cubicBezTo>
                      <a:pt x="43" y="111"/>
                      <a:pt x="46" y="102"/>
                      <a:pt x="43" y="101"/>
                    </a:cubicBezTo>
                    <a:cubicBezTo>
                      <a:pt x="39" y="100"/>
                      <a:pt x="30" y="98"/>
                      <a:pt x="27" y="94"/>
                    </a:cubicBezTo>
                    <a:cubicBezTo>
                      <a:pt x="25" y="89"/>
                      <a:pt x="21" y="82"/>
                      <a:pt x="21" y="66"/>
                    </a:cubicBezTo>
                    <a:cubicBezTo>
                      <a:pt x="21" y="51"/>
                      <a:pt x="27" y="43"/>
                      <a:pt x="29" y="41"/>
                    </a:cubicBezTo>
                    <a:cubicBezTo>
                      <a:pt x="31" y="40"/>
                      <a:pt x="34" y="42"/>
                      <a:pt x="35" y="43"/>
                    </a:cubicBezTo>
                    <a:cubicBezTo>
                      <a:pt x="35" y="44"/>
                      <a:pt x="40" y="57"/>
                      <a:pt x="40" y="58"/>
                    </a:cubicBezTo>
                    <a:cubicBezTo>
                      <a:pt x="41" y="59"/>
                      <a:pt x="41" y="62"/>
                      <a:pt x="38" y="61"/>
                    </a:cubicBezTo>
                    <a:cubicBezTo>
                      <a:pt x="35" y="59"/>
                      <a:pt x="32" y="58"/>
                      <a:pt x="30" y="60"/>
                    </a:cubicBezTo>
                    <a:cubicBezTo>
                      <a:pt x="27" y="62"/>
                      <a:pt x="25" y="64"/>
                      <a:pt x="28" y="67"/>
                    </a:cubicBezTo>
                    <a:cubicBezTo>
                      <a:pt x="31" y="71"/>
                      <a:pt x="34" y="70"/>
                      <a:pt x="36" y="70"/>
                    </a:cubicBezTo>
                    <a:cubicBezTo>
                      <a:pt x="38" y="69"/>
                      <a:pt x="42" y="68"/>
                      <a:pt x="41" y="70"/>
                    </a:cubicBezTo>
                    <a:cubicBezTo>
                      <a:pt x="40" y="72"/>
                      <a:pt x="40" y="80"/>
                      <a:pt x="40" y="80"/>
                    </a:cubicBezTo>
                    <a:cubicBezTo>
                      <a:pt x="40" y="80"/>
                      <a:pt x="37" y="84"/>
                      <a:pt x="40" y="86"/>
                    </a:cubicBezTo>
                    <a:cubicBezTo>
                      <a:pt x="43" y="89"/>
                      <a:pt x="48" y="89"/>
                      <a:pt x="48" y="87"/>
                    </a:cubicBezTo>
                    <a:cubicBezTo>
                      <a:pt x="48" y="84"/>
                      <a:pt x="48" y="77"/>
                      <a:pt x="49" y="74"/>
                    </a:cubicBezTo>
                    <a:cubicBezTo>
                      <a:pt x="49" y="70"/>
                      <a:pt x="51" y="63"/>
                      <a:pt x="53" y="62"/>
                    </a:cubicBezTo>
                    <a:cubicBezTo>
                      <a:pt x="56" y="61"/>
                      <a:pt x="58" y="62"/>
                      <a:pt x="62" y="59"/>
                    </a:cubicBezTo>
                    <a:cubicBezTo>
                      <a:pt x="66" y="56"/>
                      <a:pt x="71" y="50"/>
                      <a:pt x="71" y="46"/>
                    </a:cubicBezTo>
                    <a:cubicBezTo>
                      <a:pt x="71" y="42"/>
                      <a:pt x="74" y="21"/>
                      <a:pt x="76" y="18"/>
                    </a:cubicBezTo>
                    <a:cubicBezTo>
                      <a:pt x="79" y="15"/>
                      <a:pt x="84" y="13"/>
                      <a:pt x="79" y="8"/>
                    </a:cubicBezTo>
                    <a:cubicBezTo>
                      <a:pt x="73" y="2"/>
                      <a:pt x="52" y="0"/>
                      <a:pt x="41" y="8"/>
                    </a:cubicBezTo>
                    <a:cubicBezTo>
                      <a:pt x="31" y="16"/>
                      <a:pt x="22" y="28"/>
                      <a:pt x="17" y="43"/>
                    </a:cubicBezTo>
                    <a:cubicBezTo>
                      <a:pt x="11" y="59"/>
                      <a:pt x="11" y="67"/>
                      <a:pt x="12" y="75"/>
                    </a:cubicBezTo>
                    <a:cubicBezTo>
                      <a:pt x="14" y="83"/>
                      <a:pt x="16" y="86"/>
                      <a:pt x="14" y="87"/>
                    </a:cubicBezTo>
                    <a:close/>
                    <a:moveTo>
                      <a:pt x="47" y="58"/>
                    </a:move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58"/>
                      <a:pt x="46" y="58"/>
                      <a:pt x="46" y="60"/>
                    </a:cubicBezTo>
                    <a:cubicBezTo>
                      <a:pt x="45" y="62"/>
                      <a:pt x="45" y="47"/>
                      <a:pt x="45" y="42"/>
                    </a:cubicBezTo>
                    <a:cubicBezTo>
                      <a:pt x="45" y="37"/>
                      <a:pt x="41" y="37"/>
                      <a:pt x="37" y="37"/>
                    </a:cubicBezTo>
                    <a:cubicBezTo>
                      <a:pt x="34" y="38"/>
                      <a:pt x="34" y="38"/>
                      <a:pt x="32" y="38"/>
                    </a:cubicBezTo>
                    <a:cubicBezTo>
                      <a:pt x="33" y="33"/>
                      <a:pt x="35" y="30"/>
                      <a:pt x="39" y="25"/>
                    </a:cubicBezTo>
                    <a:cubicBezTo>
                      <a:pt x="43" y="19"/>
                      <a:pt x="50" y="12"/>
                      <a:pt x="58" y="11"/>
                    </a:cubicBezTo>
                    <a:cubicBezTo>
                      <a:pt x="63" y="11"/>
                      <a:pt x="60" y="26"/>
                      <a:pt x="60" y="30"/>
                    </a:cubicBezTo>
                    <a:cubicBezTo>
                      <a:pt x="59" y="34"/>
                      <a:pt x="59" y="46"/>
                      <a:pt x="59" y="49"/>
                    </a:cubicBezTo>
                    <a:cubicBezTo>
                      <a:pt x="58" y="51"/>
                      <a:pt x="56" y="51"/>
                      <a:pt x="52" y="52"/>
                    </a:cubicBezTo>
                    <a:cubicBezTo>
                      <a:pt x="48" y="53"/>
                      <a:pt x="47" y="58"/>
                      <a:pt x="4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Freeform 12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2035317" y="3326554"/>
                <a:ext cx="14897" cy="33574"/>
              </a:xfrm>
              <a:custGeom>
                <a:avLst/>
                <a:gdLst>
                  <a:gd name="T0" fmla="*/ 4 w 32"/>
                  <a:gd name="T1" fmla="*/ 1 h 73"/>
                  <a:gd name="T2" fmla="*/ 2 w 32"/>
                  <a:gd name="T3" fmla="*/ 10 h 73"/>
                  <a:gd name="T4" fmla="*/ 11 w 32"/>
                  <a:gd name="T5" fmla="*/ 23 h 73"/>
                  <a:gd name="T6" fmla="*/ 20 w 32"/>
                  <a:gd name="T7" fmla="*/ 54 h 73"/>
                  <a:gd name="T8" fmla="*/ 21 w 32"/>
                  <a:gd name="T9" fmla="*/ 64 h 73"/>
                  <a:gd name="T10" fmla="*/ 27 w 32"/>
                  <a:gd name="T11" fmla="*/ 72 h 73"/>
                  <a:gd name="T12" fmla="*/ 30 w 32"/>
                  <a:gd name="T13" fmla="*/ 62 h 73"/>
                  <a:gd name="T14" fmla="*/ 21 w 32"/>
                  <a:gd name="T15" fmla="*/ 32 h 73"/>
                  <a:gd name="T16" fmla="*/ 16 w 32"/>
                  <a:gd name="T17" fmla="*/ 16 h 73"/>
                  <a:gd name="T18" fmla="*/ 12 w 32"/>
                  <a:gd name="T19" fmla="*/ 7 h 73"/>
                  <a:gd name="T20" fmla="*/ 4 w 32"/>
                  <a:gd name="T21" fmla="*/ 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73">
                    <a:moveTo>
                      <a:pt x="4" y="1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5"/>
                      <a:pt x="9" y="14"/>
                      <a:pt x="11" y="23"/>
                    </a:cubicBezTo>
                    <a:cubicBezTo>
                      <a:pt x="14" y="33"/>
                      <a:pt x="19" y="51"/>
                      <a:pt x="20" y="54"/>
                    </a:cubicBezTo>
                    <a:cubicBezTo>
                      <a:pt x="22" y="57"/>
                      <a:pt x="21" y="62"/>
                      <a:pt x="21" y="64"/>
                    </a:cubicBezTo>
                    <a:cubicBezTo>
                      <a:pt x="21" y="66"/>
                      <a:pt x="23" y="73"/>
                      <a:pt x="27" y="72"/>
                    </a:cubicBezTo>
                    <a:cubicBezTo>
                      <a:pt x="32" y="71"/>
                      <a:pt x="30" y="65"/>
                      <a:pt x="30" y="62"/>
                    </a:cubicBezTo>
                    <a:cubicBezTo>
                      <a:pt x="29" y="59"/>
                      <a:pt x="23" y="36"/>
                      <a:pt x="21" y="32"/>
                    </a:cubicBezTo>
                    <a:cubicBezTo>
                      <a:pt x="19" y="28"/>
                      <a:pt x="16" y="20"/>
                      <a:pt x="16" y="16"/>
                    </a:cubicBezTo>
                    <a:cubicBezTo>
                      <a:pt x="15" y="13"/>
                      <a:pt x="15" y="10"/>
                      <a:pt x="12" y="7"/>
                    </a:cubicBezTo>
                    <a:cubicBezTo>
                      <a:pt x="9" y="3"/>
                      <a:pt x="7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045544" y="3324108"/>
                <a:ext cx="11117" cy="20011"/>
              </a:xfrm>
              <a:custGeom>
                <a:avLst/>
                <a:gdLst>
                  <a:gd name="T0" fmla="*/ 5 w 24"/>
                  <a:gd name="T1" fmla="*/ 1 h 43"/>
                  <a:gd name="T2" fmla="*/ 1 w 24"/>
                  <a:gd name="T3" fmla="*/ 6 h 43"/>
                  <a:gd name="T4" fmla="*/ 5 w 24"/>
                  <a:gd name="T5" fmla="*/ 14 h 43"/>
                  <a:gd name="T6" fmla="*/ 10 w 24"/>
                  <a:gd name="T7" fmla="*/ 21 h 43"/>
                  <a:gd name="T8" fmla="*/ 19 w 24"/>
                  <a:gd name="T9" fmla="*/ 42 h 43"/>
                  <a:gd name="T10" fmla="*/ 24 w 24"/>
                  <a:gd name="T11" fmla="*/ 35 h 43"/>
                  <a:gd name="T12" fmla="*/ 21 w 24"/>
                  <a:gd name="T13" fmla="*/ 24 h 43"/>
                  <a:gd name="T14" fmla="*/ 18 w 24"/>
                  <a:gd name="T15" fmla="*/ 15 h 43"/>
                  <a:gd name="T16" fmla="*/ 12 w 24"/>
                  <a:gd name="T17" fmla="*/ 4 h 43"/>
                  <a:gd name="T18" fmla="*/ 5 w 24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3">
                    <a:moveTo>
                      <a:pt x="5" y="1"/>
                    </a:moveTo>
                    <a:cubicBezTo>
                      <a:pt x="3" y="2"/>
                      <a:pt x="1" y="3"/>
                      <a:pt x="1" y="6"/>
                    </a:cubicBezTo>
                    <a:cubicBezTo>
                      <a:pt x="0" y="8"/>
                      <a:pt x="4" y="12"/>
                      <a:pt x="5" y="14"/>
                    </a:cubicBezTo>
                    <a:cubicBezTo>
                      <a:pt x="7" y="16"/>
                      <a:pt x="9" y="19"/>
                      <a:pt x="10" y="21"/>
                    </a:cubicBezTo>
                    <a:cubicBezTo>
                      <a:pt x="11" y="24"/>
                      <a:pt x="17" y="41"/>
                      <a:pt x="19" y="42"/>
                    </a:cubicBezTo>
                    <a:cubicBezTo>
                      <a:pt x="22" y="43"/>
                      <a:pt x="24" y="40"/>
                      <a:pt x="24" y="35"/>
                    </a:cubicBezTo>
                    <a:cubicBezTo>
                      <a:pt x="24" y="31"/>
                      <a:pt x="23" y="25"/>
                      <a:pt x="21" y="24"/>
                    </a:cubicBezTo>
                    <a:cubicBezTo>
                      <a:pt x="19" y="22"/>
                      <a:pt x="18" y="19"/>
                      <a:pt x="18" y="15"/>
                    </a:cubicBezTo>
                    <a:cubicBezTo>
                      <a:pt x="18" y="11"/>
                      <a:pt x="15" y="7"/>
                      <a:pt x="12" y="4"/>
                    </a:cubicBezTo>
                    <a:cubicBezTo>
                      <a:pt x="10" y="0"/>
                      <a:pt x="6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" name="Freeform 14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2051547" y="3306988"/>
                <a:ext cx="23123" cy="45802"/>
              </a:xfrm>
              <a:custGeom>
                <a:avLst/>
                <a:gdLst>
                  <a:gd name="T0" fmla="*/ 7 w 50"/>
                  <a:gd name="T1" fmla="*/ 0 h 99"/>
                  <a:gd name="T2" fmla="*/ 1 w 50"/>
                  <a:gd name="T3" fmla="*/ 4 h 99"/>
                  <a:gd name="T4" fmla="*/ 4 w 50"/>
                  <a:gd name="T5" fmla="*/ 12 h 99"/>
                  <a:gd name="T6" fmla="*/ 9 w 50"/>
                  <a:gd name="T7" fmla="*/ 19 h 99"/>
                  <a:gd name="T8" fmla="*/ 22 w 50"/>
                  <a:gd name="T9" fmla="*/ 49 h 99"/>
                  <a:gd name="T10" fmla="*/ 31 w 50"/>
                  <a:gd name="T11" fmla="*/ 74 h 99"/>
                  <a:gd name="T12" fmla="*/ 44 w 50"/>
                  <a:gd name="T13" fmla="*/ 96 h 99"/>
                  <a:gd name="T14" fmla="*/ 48 w 50"/>
                  <a:gd name="T15" fmla="*/ 89 h 99"/>
                  <a:gd name="T16" fmla="*/ 41 w 50"/>
                  <a:gd name="T17" fmla="*/ 80 h 99"/>
                  <a:gd name="T18" fmla="*/ 21 w 50"/>
                  <a:gd name="T19" fmla="*/ 35 h 99"/>
                  <a:gd name="T20" fmla="*/ 17 w 50"/>
                  <a:gd name="T21" fmla="*/ 17 h 99"/>
                  <a:gd name="T22" fmla="*/ 17 w 50"/>
                  <a:gd name="T23" fmla="*/ 5 h 99"/>
                  <a:gd name="T24" fmla="*/ 7 w 50"/>
                  <a:gd name="T2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9">
                    <a:moveTo>
                      <a:pt x="7" y="0"/>
                    </a:moveTo>
                    <a:cubicBezTo>
                      <a:pt x="5" y="0"/>
                      <a:pt x="2" y="2"/>
                      <a:pt x="1" y="4"/>
                    </a:cubicBezTo>
                    <a:cubicBezTo>
                      <a:pt x="0" y="5"/>
                      <a:pt x="1" y="9"/>
                      <a:pt x="4" y="12"/>
                    </a:cubicBezTo>
                    <a:cubicBezTo>
                      <a:pt x="7" y="14"/>
                      <a:pt x="8" y="17"/>
                      <a:pt x="9" y="19"/>
                    </a:cubicBezTo>
                    <a:cubicBezTo>
                      <a:pt x="9" y="22"/>
                      <a:pt x="19" y="43"/>
                      <a:pt x="22" y="49"/>
                    </a:cubicBezTo>
                    <a:cubicBezTo>
                      <a:pt x="24" y="55"/>
                      <a:pt x="28" y="66"/>
                      <a:pt x="31" y="74"/>
                    </a:cubicBezTo>
                    <a:cubicBezTo>
                      <a:pt x="35" y="81"/>
                      <a:pt x="40" y="94"/>
                      <a:pt x="44" y="96"/>
                    </a:cubicBezTo>
                    <a:cubicBezTo>
                      <a:pt x="48" y="99"/>
                      <a:pt x="50" y="92"/>
                      <a:pt x="48" y="89"/>
                    </a:cubicBezTo>
                    <a:cubicBezTo>
                      <a:pt x="45" y="85"/>
                      <a:pt x="45" y="87"/>
                      <a:pt x="41" y="80"/>
                    </a:cubicBezTo>
                    <a:cubicBezTo>
                      <a:pt x="37" y="74"/>
                      <a:pt x="22" y="37"/>
                      <a:pt x="21" y="35"/>
                    </a:cubicBezTo>
                    <a:cubicBezTo>
                      <a:pt x="20" y="32"/>
                      <a:pt x="17" y="21"/>
                      <a:pt x="17" y="17"/>
                    </a:cubicBezTo>
                    <a:cubicBezTo>
                      <a:pt x="17" y="14"/>
                      <a:pt x="19" y="9"/>
                      <a:pt x="17" y="5"/>
                    </a:cubicBezTo>
                    <a:cubicBezTo>
                      <a:pt x="16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Freeform 1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182284" y="3342118"/>
                <a:ext cx="10450" cy="17120"/>
              </a:xfrm>
              <a:custGeom>
                <a:avLst/>
                <a:gdLst>
                  <a:gd name="T0" fmla="*/ 1 w 23"/>
                  <a:gd name="T1" fmla="*/ 12 h 37"/>
                  <a:gd name="T2" fmla="*/ 13 w 23"/>
                  <a:gd name="T3" fmla="*/ 36 h 37"/>
                  <a:gd name="T4" fmla="*/ 21 w 23"/>
                  <a:gd name="T5" fmla="*/ 23 h 37"/>
                  <a:gd name="T6" fmla="*/ 7 w 23"/>
                  <a:gd name="T7" fmla="*/ 6 h 37"/>
                  <a:gd name="T8" fmla="*/ 1 w 23"/>
                  <a:gd name="T9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7">
                    <a:moveTo>
                      <a:pt x="1" y="12"/>
                    </a:moveTo>
                    <a:cubicBezTo>
                      <a:pt x="1" y="18"/>
                      <a:pt x="4" y="35"/>
                      <a:pt x="13" y="36"/>
                    </a:cubicBezTo>
                    <a:cubicBezTo>
                      <a:pt x="22" y="37"/>
                      <a:pt x="23" y="26"/>
                      <a:pt x="21" y="23"/>
                    </a:cubicBezTo>
                    <a:cubicBezTo>
                      <a:pt x="19" y="19"/>
                      <a:pt x="7" y="6"/>
                      <a:pt x="7" y="6"/>
                    </a:cubicBezTo>
                    <a:cubicBezTo>
                      <a:pt x="2" y="0"/>
                      <a:pt x="0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1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251877" y="3401705"/>
                <a:ext cx="41578" cy="29127"/>
              </a:xfrm>
              <a:custGeom>
                <a:avLst/>
                <a:gdLst>
                  <a:gd name="T0" fmla="*/ 54 w 90"/>
                  <a:gd name="T1" fmla="*/ 1 h 63"/>
                  <a:gd name="T2" fmla="*/ 51 w 90"/>
                  <a:gd name="T3" fmla="*/ 5 h 63"/>
                  <a:gd name="T4" fmla="*/ 48 w 90"/>
                  <a:gd name="T5" fmla="*/ 9 h 63"/>
                  <a:gd name="T6" fmla="*/ 38 w 90"/>
                  <a:gd name="T7" fmla="*/ 11 h 63"/>
                  <a:gd name="T8" fmla="*/ 31 w 90"/>
                  <a:gd name="T9" fmla="*/ 13 h 63"/>
                  <a:gd name="T10" fmla="*/ 27 w 90"/>
                  <a:gd name="T11" fmla="*/ 17 h 63"/>
                  <a:gd name="T12" fmla="*/ 30 w 90"/>
                  <a:gd name="T13" fmla="*/ 20 h 63"/>
                  <a:gd name="T14" fmla="*/ 32 w 90"/>
                  <a:gd name="T15" fmla="*/ 22 h 63"/>
                  <a:gd name="T16" fmla="*/ 30 w 90"/>
                  <a:gd name="T17" fmla="*/ 25 h 63"/>
                  <a:gd name="T18" fmla="*/ 27 w 90"/>
                  <a:gd name="T19" fmla="*/ 23 h 63"/>
                  <a:gd name="T20" fmla="*/ 12 w 90"/>
                  <a:gd name="T21" fmla="*/ 9 h 63"/>
                  <a:gd name="T22" fmla="*/ 9 w 90"/>
                  <a:gd name="T23" fmla="*/ 3 h 63"/>
                  <a:gd name="T24" fmla="*/ 6 w 90"/>
                  <a:gd name="T25" fmla="*/ 0 h 63"/>
                  <a:gd name="T26" fmla="*/ 0 w 90"/>
                  <a:gd name="T27" fmla="*/ 3 h 63"/>
                  <a:gd name="T28" fmla="*/ 2 w 90"/>
                  <a:gd name="T29" fmla="*/ 11 h 63"/>
                  <a:gd name="T30" fmla="*/ 14 w 90"/>
                  <a:gd name="T31" fmla="*/ 18 h 63"/>
                  <a:gd name="T32" fmla="*/ 27 w 90"/>
                  <a:gd name="T33" fmla="*/ 30 h 63"/>
                  <a:gd name="T34" fmla="*/ 40 w 90"/>
                  <a:gd name="T35" fmla="*/ 46 h 63"/>
                  <a:gd name="T36" fmla="*/ 38 w 90"/>
                  <a:gd name="T37" fmla="*/ 51 h 63"/>
                  <a:gd name="T38" fmla="*/ 32 w 90"/>
                  <a:gd name="T39" fmla="*/ 48 h 63"/>
                  <a:gd name="T40" fmla="*/ 30 w 90"/>
                  <a:gd name="T41" fmla="*/ 48 h 63"/>
                  <a:gd name="T42" fmla="*/ 33 w 90"/>
                  <a:gd name="T43" fmla="*/ 53 h 63"/>
                  <a:gd name="T44" fmla="*/ 39 w 90"/>
                  <a:gd name="T45" fmla="*/ 62 h 63"/>
                  <a:gd name="T46" fmla="*/ 47 w 90"/>
                  <a:gd name="T47" fmla="*/ 52 h 63"/>
                  <a:gd name="T48" fmla="*/ 41 w 90"/>
                  <a:gd name="T49" fmla="*/ 40 h 63"/>
                  <a:gd name="T50" fmla="*/ 43 w 90"/>
                  <a:gd name="T51" fmla="*/ 38 h 63"/>
                  <a:gd name="T52" fmla="*/ 53 w 90"/>
                  <a:gd name="T53" fmla="*/ 41 h 63"/>
                  <a:gd name="T54" fmla="*/ 60 w 90"/>
                  <a:gd name="T55" fmla="*/ 41 h 63"/>
                  <a:gd name="T56" fmla="*/ 64 w 90"/>
                  <a:gd name="T57" fmla="*/ 35 h 63"/>
                  <a:gd name="T58" fmla="*/ 69 w 90"/>
                  <a:gd name="T59" fmla="*/ 36 h 63"/>
                  <a:gd name="T60" fmla="*/ 77 w 90"/>
                  <a:gd name="T61" fmla="*/ 39 h 63"/>
                  <a:gd name="T62" fmla="*/ 78 w 90"/>
                  <a:gd name="T63" fmla="*/ 32 h 63"/>
                  <a:gd name="T64" fmla="*/ 82 w 90"/>
                  <a:gd name="T65" fmla="*/ 31 h 63"/>
                  <a:gd name="T66" fmla="*/ 85 w 90"/>
                  <a:gd name="T67" fmla="*/ 33 h 63"/>
                  <a:gd name="T68" fmla="*/ 88 w 90"/>
                  <a:gd name="T69" fmla="*/ 29 h 63"/>
                  <a:gd name="T70" fmla="*/ 87 w 90"/>
                  <a:gd name="T71" fmla="*/ 24 h 63"/>
                  <a:gd name="T72" fmla="*/ 81 w 90"/>
                  <a:gd name="T73" fmla="*/ 26 h 63"/>
                  <a:gd name="T74" fmla="*/ 77 w 90"/>
                  <a:gd name="T75" fmla="*/ 28 h 63"/>
                  <a:gd name="T76" fmla="*/ 75 w 90"/>
                  <a:gd name="T77" fmla="*/ 30 h 63"/>
                  <a:gd name="T78" fmla="*/ 70 w 90"/>
                  <a:gd name="T79" fmla="*/ 29 h 63"/>
                  <a:gd name="T80" fmla="*/ 66 w 90"/>
                  <a:gd name="T81" fmla="*/ 25 h 63"/>
                  <a:gd name="T82" fmla="*/ 60 w 90"/>
                  <a:gd name="T83" fmla="*/ 27 h 63"/>
                  <a:gd name="T84" fmla="*/ 58 w 90"/>
                  <a:gd name="T85" fmla="*/ 30 h 63"/>
                  <a:gd name="T86" fmla="*/ 46 w 90"/>
                  <a:gd name="T87" fmla="*/ 30 h 63"/>
                  <a:gd name="T88" fmla="*/ 44 w 90"/>
                  <a:gd name="T89" fmla="*/ 33 h 63"/>
                  <a:gd name="T90" fmla="*/ 39 w 90"/>
                  <a:gd name="T91" fmla="*/ 35 h 63"/>
                  <a:gd name="T92" fmla="*/ 35 w 90"/>
                  <a:gd name="T93" fmla="*/ 31 h 63"/>
                  <a:gd name="T94" fmla="*/ 36 w 90"/>
                  <a:gd name="T95" fmla="*/ 27 h 63"/>
                  <a:gd name="T96" fmla="*/ 47 w 90"/>
                  <a:gd name="T97" fmla="*/ 26 h 63"/>
                  <a:gd name="T98" fmla="*/ 49 w 90"/>
                  <a:gd name="T99" fmla="*/ 25 h 63"/>
                  <a:gd name="T100" fmla="*/ 51 w 90"/>
                  <a:gd name="T101" fmla="*/ 22 h 63"/>
                  <a:gd name="T102" fmla="*/ 51 w 90"/>
                  <a:gd name="T103" fmla="*/ 19 h 63"/>
                  <a:gd name="T104" fmla="*/ 68 w 90"/>
                  <a:gd name="T105" fmla="*/ 18 h 63"/>
                  <a:gd name="T106" fmla="*/ 73 w 90"/>
                  <a:gd name="T107" fmla="*/ 14 h 63"/>
                  <a:gd name="T108" fmla="*/ 69 w 90"/>
                  <a:gd name="T109" fmla="*/ 9 h 63"/>
                  <a:gd name="T110" fmla="*/ 63 w 90"/>
                  <a:gd name="T111" fmla="*/ 14 h 63"/>
                  <a:gd name="T112" fmla="*/ 53 w 90"/>
                  <a:gd name="T113" fmla="*/ 17 h 63"/>
                  <a:gd name="T114" fmla="*/ 46 w 90"/>
                  <a:gd name="T115" fmla="*/ 18 h 63"/>
                  <a:gd name="T116" fmla="*/ 43 w 90"/>
                  <a:gd name="T117" fmla="*/ 14 h 63"/>
                  <a:gd name="T118" fmla="*/ 55 w 90"/>
                  <a:gd name="T119" fmla="*/ 11 h 63"/>
                  <a:gd name="T120" fmla="*/ 59 w 90"/>
                  <a:gd name="T121" fmla="*/ 2 h 63"/>
                  <a:gd name="T122" fmla="*/ 54 w 90"/>
                  <a:gd name="T12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0" h="63">
                    <a:moveTo>
                      <a:pt x="54" y="1"/>
                    </a:moveTo>
                    <a:cubicBezTo>
                      <a:pt x="53" y="1"/>
                      <a:pt x="52" y="3"/>
                      <a:pt x="51" y="5"/>
                    </a:cubicBezTo>
                    <a:cubicBezTo>
                      <a:pt x="50" y="6"/>
                      <a:pt x="49" y="8"/>
                      <a:pt x="48" y="9"/>
                    </a:cubicBezTo>
                    <a:cubicBezTo>
                      <a:pt x="47" y="9"/>
                      <a:pt x="40" y="10"/>
                      <a:pt x="38" y="11"/>
                    </a:cubicBezTo>
                    <a:cubicBezTo>
                      <a:pt x="37" y="11"/>
                      <a:pt x="32" y="12"/>
                      <a:pt x="31" y="13"/>
                    </a:cubicBezTo>
                    <a:cubicBezTo>
                      <a:pt x="30" y="15"/>
                      <a:pt x="27" y="17"/>
                      <a:pt x="27" y="17"/>
                    </a:cubicBezTo>
                    <a:cubicBezTo>
                      <a:pt x="27" y="17"/>
                      <a:pt x="27" y="20"/>
                      <a:pt x="30" y="20"/>
                    </a:cubicBezTo>
                    <a:cubicBezTo>
                      <a:pt x="32" y="20"/>
                      <a:pt x="32" y="22"/>
                      <a:pt x="32" y="22"/>
                    </a:cubicBezTo>
                    <a:cubicBezTo>
                      <a:pt x="32" y="22"/>
                      <a:pt x="31" y="26"/>
                      <a:pt x="30" y="25"/>
                    </a:cubicBezTo>
                    <a:cubicBezTo>
                      <a:pt x="29" y="24"/>
                      <a:pt x="29" y="25"/>
                      <a:pt x="27" y="23"/>
                    </a:cubicBezTo>
                    <a:cubicBezTo>
                      <a:pt x="25" y="22"/>
                      <a:pt x="12" y="9"/>
                      <a:pt x="12" y="9"/>
                    </a:cubicBezTo>
                    <a:cubicBezTo>
                      <a:pt x="12" y="9"/>
                      <a:pt x="9" y="5"/>
                      <a:pt x="9" y="3"/>
                    </a:cubicBezTo>
                    <a:cubicBezTo>
                      <a:pt x="8" y="2"/>
                      <a:pt x="8" y="0"/>
                      <a:pt x="6" y="0"/>
                    </a:cubicBezTo>
                    <a:cubicBezTo>
                      <a:pt x="4" y="0"/>
                      <a:pt x="1" y="1"/>
                      <a:pt x="0" y="3"/>
                    </a:cubicBezTo>
                    <a:cubicBezTo>
                      <a:pt x="0" y="4"/>
                      <a:pt x="0" y="8"/>
                      <a:pt x="2" y="11"/>
                    </a:cubicBezTo>
                    <a:cubicBezTo>
                      <a:pt x="5" y="14"/>
                      <a:pt x="11" y="16"/>
                      <a:pt x="14" y="18"/>
                    </a:cubicBezTo>
                    <a:cubicBezTo>
                      <a:pt x="20" y="22"/>
                      <a:pt x="24" y="26"/>
                      <a:pt x="27" y="30"/>
                    </a:cubicBezTo>
                    <a:cubicBezTo>
                      <a:pt x="30" y="33"/>
                      <a:pt x="38" y="41"/>
                      <a:pt x="40" y="46"/>
                    </a:cubicBezTo>
                    <a:cubicBezTo>
                      <a:pt x="41" y="50"/>
                      <a:pt x="40" y="51"/>
                      <a:pt x="38" y="51"/>
                    </a:cubicBezTo>
                    <a:cubicBezTo>
                      <a:pt x="37" y="51"/>
                      <a:pt x="34" y="49"/>
                      <a:pt x="32" y="48"/>
                    </a:cubicBezTo>
                    <a:cubicBezTo>
                      <a:pt x="31" y="47"/>
                      <a:pt x="30" y="48"/>
                      <a:pt x="30" y="48"/>
                    </a:cubicBezTo>
                    <a:cubicBezTo>
                      <a:pt x="30" y="48"/>
                      <a:pt x="30" y="49"/>
                      <a:pt x="33" y="53"/>
                    </a:cubicBezTo>
                    <a:cubicBezTo>
                      <a:pt x="35" y="56"/>
                      <a:pt x="37" y="62"/>
                      <a:pt x="39" y="62"/>
                    </a:cubicBezTo>
                    <a:cubicBezTo>
                      <a:pt x="40" y="63"/>
                      <a:pt x="48" y="58"/>
                      <a:pt x="47" y="52"/>
                    </a:cubicBezTo>
                    <a:cubicBezTo>
                      <a:pt x="45" y="47"/>
                      <a:pt x="42" y="41"/>
                      <a:pt x="41" y="40"/>
                    </a:cubicBezTo>
                    <a:cubicBezTo>
                      <a:pt x="40" y="39"/>
                      <a:pt x="41" y="37"/>
                      <a:pt x="43" y="38"/>
                    </a:cubicBezTo>
                    <a:cubicBezTo>
                      <a:pt x="46" y="39"/>
                      <a:pt x="49" y="41"/>
                      <a:pt x="53" y="41"/>
                    </a:cubicBezTo>
                    <a:cubicBezTo>
                      <a:pt x="57" y="41"/>
                      <a:pt x="59" y="43"/>
                      <a:pt x="60" y="41"/>
                    </a:cubicBezTo>
                    <a:cubicBezTo>
                      <a:pt x="61" y="39"/>
                      <a:pt x="64" y="36"/>
                      <a:pt x="64" y="35"/>
                    </a:cubicBezTo>
                    <a:cubicBezTo>
                      <a:pt x="64" y="34"/>
                      <a:pt x="67" y="34"/>
                      <a:pt x="69" y="36"/>
                    </a:cubicBezTo>
                    <a:cubicBezTo>
                      <a:pt x="71" y="39"/>
                      <a:pt x="75" y="41"/>
                      <a:pt x="77" y="39"/>
                    </a:cubicBezTo>
                    <a:cubicBezTo>
                      <a:pt x="78" y="36"/>
                      <a:pt x="76" y="33"/>
                      <a:pt x="78" y="32"/>
                    </a:cubicBezTo>
                    <a:cubicBezTo>
                      <a:pt x="80" y="32"/>
                      <a:pt x="81" y="30"/>
                      <a:pt x="82" y="31"/>
                    </a:cubicBezTo>
                    <a:cubicBezTo>
                      <a:pt x="83" y="33"/>
                      <a:pt x="84" y="34"/>
                      <a:pt x="85" y="33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90" y="27"/>
                      <a:pt x="89" y="24"/>
                      <a:pt x="87" y="24"/>
                    </a:cubicBezTo>
                    <a:cubicBezTo>
                      <a:pt x="85" y="25"/>
                      <a:pt x="83" y="25"/>
                      <a:pt x="81" y="26"/>
                    </a:cubicBezTo>
                    <a:cubicBezTo>
                      <a:pt x="80" y="26"/>
                      <a:pt x="78" y="26"/>
                      <a:pt x="77" y="28"/>
                    </a:cubicBezTo>
                    <a:cubicBezTo>
                      <a:pt x="76" y="29"/>
                      <a:pt x="76" y="30"/>
                      <a:pt x="75" y="30"/>
                    </a:cubicBezTo>
                    <a:cubicBezTo>
                      <a:pt x="73" y="30"/>
                      <a:pt x="72" y="30"/>
                      <a:pt x="70" y="29"/>
                    </a:cubicBezTo>
                    <a:cubicBezTo>
                      <a:pt x="68" y="27"/>
                      <a:pt x="68" y="26"/>
                      <a:pt x="66" y="25"/>
                    </a:cubicBezTo>
                    <a:cubicBezTo>
                      <a:pt x="64" y="25"/>
                      <a:pt x="60" y="26"/>
                      <a:pt x="60" y="27"/>
                    </a:cubicBezTo>
                    <a:cubicBezTo>
                      <a:pt x="60" y="28"/>
                      <a:pt x="61" y="30"/>
                      <a:pt x="58" y="30"/>
                    </a:cubicBezTo>
                    <a:cubicBezTo>
                      <a:pt x="55" y="31"/>
                      <a:pt x="47" y="29"/>
                      <a:pt x="46" y="30"/>
                    </a:cubicBezTo>
                    <a:cubicBezTo>
                      <a:pt x="44" y="31"/>
                      <a:pt x="46" y="33"/>
                      <a:pt x="44" y="33"/>
                    </a:cubicBezTo>
                    <a:cubicBezTo>
                      <a:pt x="42" y="34"/>
                      <a:pt x="40" y="36"/>
                      <a:pt x="39" y="35"/>
                    </a:cubicBezTo>
                    <a:cubicBezTo>
                      <a:pt x="37" y="34"/>
                      <a:pt x="35" y="31"/>
                      <a:pt x="35" y="31"/>
                    </a:cubicBezTo>
                    <a:cubicBezTo>
                      <a:pt x="35" y="31"/>
                      <a:pt x="33" y="27"/>
                      <a:pt x="36" y="27"/>
                    </a:cubicBezTo>
                    <a:cubicBezTo>
                      <a:pt x="40" y="27"/>
                      <a:pt x="46" y="26"/>
                      <a:pt x="47" y="26"/>
                    </a:cubicBezTo>
                    <a:cubicBezTo>
                      <a:pt x="48" y="26"/>
                      <a:pt x="50" y="26"/>
                      <a:pt x="49" y="25"/>
                    </a:cubicBezTo>
                    <a:cubicBezTo>
                      <a:pt x="49" y="23"/>
                      <a:pt x="52" y="24"/>
                      <a:pt x="51" y="22"/>
                    </a:cubicBezTo>
                    <a:cubicBezTo>
                      <a:pt x="50" y="21"/>
                      <a:pt x="49" y="20"/>
                      <a:pt x="51" y="19"/>
                    </a:cubicBezTo>
                    <a:cubicBezTo>
                      <a:pt x="53" y="19"/>
                      <a:pt x="63" y="19"/>
                      <a:pt x="68" y="18"/>
                    </a:cubicBezTo>
                    <a:cubicBezTo>
                      <a:pt x="73" y="18"/>
                      <a:pt x="73" y="16"/>
                      <a:pt x="73" y="14"/>
                    </a:cubicBezTo>
                    <a:cubicBezTo>
                      <a:pt x="74" y="12"/>
                      <a:pt x="70" y="9"/>
                      <a:pt x="69" y="9"/>
                    </a:cubicBezTo>
                    <a:cubicBezTo>
                      <a:pt x="67" y="10"/>
                      <a:pt x="65" y="13"/>
                      <a:pt x="63" y="14"/>
                    </a:cubicBezTo>
                    <a:cubicBezTo>
                      <a:pt x="61" y="15"/>
                      <a:pt x="53" y="17"/>
                      <a:pt x="53" y="17"/>
                    </a:cubicBezTo>
                    <a:cubicBezTo>
                      <a:pt x="52" y="17"/>
                      <a:pt x="47" y="18"/>
                      <a:pt x="46" y="18"/>
                    </a:cubicBezTo>
                    <a:cubicBezTo>
                      <a:pt x="44" y="18"/>
                      <a:pt x="39" y="14"/>
                      <a:pt x="43" y="14"/>
                    </a:cubicBezTo>
                    <a:cubicBezTo>
                      <a:pt x="48" y="14"/>
                      <a:pt x="53" y="12"/>
                      <a:pt x="55" y="11"/>
                    </a:cubicBezTo>
                    <a:cubicBezTo>
                      <a:pt x="57" y="9"/>
                      <a:pt x="59" y="3"/>
                      <a:pt x="59" y="2"/>
                    </a:cubicBezTo>
                    <a:cubicBezTo>
                      <a:pt x="59" y="1"/>
                      <a:pt x="55" y="1"/>
                      <a:pt x="5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1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240315" y="3411488"/>
                <a:ext cx="24458" cy="18454"/>
              </a:xfrm>
              <a:custGeom>
                <a:avLst/>
                <a:gdLst>
                  <a:gd name="T0" fmla="*/ 39 w 53"/>
                  <a:gd name="T1" fmla="*/ 5 h 40"/>
                  <a:gd name="T2" fmla="*/ 36 w 53"/>
                  <a:gd name="T3" fmla="*/ 10 h 40"/>
                  <a:gd name="T4" fmla="*/ 40 w 53"/>
                  <a:gd name="T5" fmla="*/ 14 h 40"/>
                  <a:gd name="T6" fmla="*/ 32 w 53"/>
                  <a:gd name="T7" fmla="*/ 19 h 40"/>
                  <a:gd name="T8" fmla="*/ 24 w 53"/>
                  <a:gd name="T9" fmla="*/ 10 h 40"/>
                  <a:gd name="T10" fmla="*/ 18 w 53"/>
                  <a:gd name="T11" fmla="*/ 2 h 40"/>
                  <a:gd name="T12" fmla="*/ 15 w 53"/>
                  <a:gd name="T13" fmla="*/ 10 h 40"/>
                  <a:gd name="T14" fmla="*/ 21 w 53"/>
                  <a:gd name="T15" fmla="*/ 17 h 40"/>
                  <a:gd name="T16" fmla="*/ 27 w 53"/>
                  <a:gd name="T17" fmla="*/ 24 h 40"/>
                  <a:gd name="T18" fmla="*/ 23 w 53"/>
                  <a:gd name="T19" fmla="*/ 28 h 40"/>
                  <a:gd name="T20" fmla="*/ 11 w 53"/>
                  <a:gd name="T21" fmla="*/ 28 h 40"/>
                  <a:gd name="T22" fmla="*/ 9 w 53"/>
                  <a:gd name="T23" fmla="*/ 20 h 40"/>
                  <a:gd name="T24" fmla="*/ 7 w 53"/>
                  <a:gd name="T25" fmla="*/ 13 h 40"/>
                  <a:gd name="T26" fmla="*/ 3 w 53"/>
                  <a:gd name="T27" fmla="*/ 19 h 40"/>
                  <a:gd name="T28" fmla="*/ 2 w 53"/>
                  <a:gd name="T29" fmla="*/ 28 h 40"/>
                  <a:gd name="T30" fmla="*/ 15 w 53"/>
                  <a:gd name="T31" fmla="*/ 32 h 40"/>
                  <a:gd name="T32" fmla="*/ 25 w 53"/>
                  <a:gd name="T33" fmla="*/ 31 h 40"/>
                  <a:gd name="T34" fmla="*/ 30 w 53"/>
                  <a:gd name="T35" fmla="*/ 31 h 40"/>
                  <a:gd name="T36" fmla="*/ 35 w 53"/>
                  <a:gd name="T37" fmla="*/ 40 h 40"/>
                  <a:gd name="T38" fmla="*/ 42 w 53"/>
                  <a:gd name="T39" fmla="*/ 35 h 40"/>
                  <a:gd name="T40" fmla="*/ 37 w 53"/>
                  <a:gd name="T41" fmla="*/ 26 h 40"/>
                  <a:gd name="T42" fmla="*/ 38 w 53"/>
                  <a:gd name="T43" fmla="*/ 22 h 40"/>
                  <a:gd name="T44" fmla="*/ 46 w 53"/>
                  <a:gd name="T45" fmla="*/ 23 h 40"/>
                  <a:gd name="T46" fmla="*/ 52 w 53"/>
                  <a:gd name="T47" fmla="*/ 19 h 40"/>
                  <a:gd name="T48" fmla="*/ 44 w 53"/>
                  <a:gd name="T49" fmla="*/ 8 h 40"/>
                  <a:gd name="T50" fmla="*/ 39 w 53"/>
                  <a:gd name="T5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3" h="40">
                    <a:moveTo>
                      <a:pt x="39" y="5"/>
                    </a:moveTo>
                    <a:cubicBezTo>
                      <a:pt x="36" y="6"/>
                      <a:pt x="35" y="8"/>
                      <a:pt x="36" y="10"/>
                    </a:cubicBezTo>
                    <a:cubicBezTo>
                      <a:pt x="36" y="12"/>
                      <a:pt x="40" y="12"/>
                      <a:pt x="40" y="14"/>
                    </a:cubicBezTo>
                    <a:cubicBezTo>
                      <a:pt x="41" y="18"/>
                      <a:pt x="34" y="19"/>
                      <a:pt x="32" y="19"/>
                    </a:cubicBezTo>
                    <a:cubicBezTo>
                      <a:pt x="32" y="19"/>
                      <a:pt x="25" y="11"/>
                      <a:pt x="24" y="10"/>
                    </a:cubicBezTo>
                    <a:cubicBezTo>
                      <a:pt x="23" y="8"/>
                      <a:pt x="20" y="0"/>
                      <a:pt x="18" y="2"/>
                    </a:cubicBezTo>
                    <a:cubicBezTo>
                      <a:pt x="15" y="3"/>
                      <a:pt x="13" y="7"/>
                      <a:pt x="15" y="10"/>
                    </a:cubicBezTo>
                    <a:cubicBezTo>
                      <a:pt x="16" y="13"/>
                      <a:pt x="19" y="14"/>
                      <a:pt x="21" y="17"/>
                    </a:cubicBezTo>
                    <a:cubicBezTo>
                      <a:pt x="24" y="20"/>
                      <a:pt x="27" y="23"/>
                      <a:pt x="27" y="24"/>
                    </a:cubicBezTo>
                    <a:cubicBezTo>
                      <a:pt x="27" y="25"/>
                      <a:pt x="25" y="27"/>
                      <a:pt x="23" y="28"/>
                    </a:cubicBezTo>
                    <a:cubicBezTo>
                      <a:pt x="20" y="29"/>
                      <a:pt x="12" y="29"/>
                      <a:pt x="11" y="28"/>
                    </a:cubicBezTo>
                    <a:cubicBezTo>
                      <a:pt x="10" y="26"/>
                      <a:pt x="9" y="22"/>
                      <a:pt x="9" y="20"/>
                    </a:cubicBezTo>
                    <a:cubicBezTo>
                      <a:pt x="9" y="17"/>
                      <a:pt x="10" y="11"/>
                      <a:pt x="7" y="13"/>
                    </a:cubicBezTo>
                    <a:cubicBezTo>
                      <a:pt x="4" y="15"/>
                      <a:pt x="5" y="17"/>
                      <a:pt x="3" y="19"/>
                    </a:cubicBezTo>
                    <a:cubicBezTo>
                      <a:pt x="2" y="20"/>
                      <a:pt x="0" y="26"/>
                      <a:pt x="2" y="28"/>
                    </a:cubicBezTo>
                    <a:cubicBezTo>
                      <a:pt x="4" y="30"/>
                      <a:pt x="9" y="33"/>
                      <a:pt x="15" y="32"/>
                    </a:cubicBezTo>
                    <a:cubicBezTo>
                      <a:pt x="21" y="32"/>
                      <a:pt x="23" y="31"/>
                      <a:pt x="25" y="31"/>
                    </a:cubicBezTo>
                    <a:cubicBezTo>
                      <a:pt x="27" y="31"/>
                      <a:pt x="30" y="29"/>
                      <a:pt x="30" y="31"/>
                    </a:cubicBezTo>
                    <a:cubicBezTo>
                      <a:pt x="30" y="33"/>
                      <a:pt x="32" y="40"/>
                      <a:pt x="35" y="40"/>
                    </a:cubicBezTo>
                    <a:cubicBezTo>
                      <a:pt x="38" y="40"/>
                      <a:pt x="42" y="38"/>
                      <a:pt x="42" y="35"/>
                    </a:cubicBezTo>
                    <a:cubicBezTo>
                      <a:pt x="41" y="32"/>
                      <a:pt x="37" y="26"/>
                      <a:pt x="37" y="26"/>
                    </a:cubicBezTo>
                    <a:cubicBezTo>
                      <a:pt x="37" y="26"/>
                      <a:pt x="36" y="21"/>
                      <a:pt x="38" y="22"/>
                    </a:cubicBezTo>
                    <a:cubicBezTo>
                      <a:pt x="40" y="22"/>
                      <a:pt x="43" y="23"/>
                      <a:pt x="46" y="23"/>
                    </a:cubicBezTo>
                    <a:cubicBezTo>
                      <a:pt x="48" y="23"/>
                      <a:pt x="53" y="22"/>
                      <a:pt x="52" y="19"/>
                    </a:cubicBezTo>
                    <a:cubicBezTo>
                      <a:pt x="50" y="16"/>
                      <a:pt x="45" y="10"/>
                      <a:pt x="44" y="8"/>
                    </a:cubicBezTo>
                    <a:cubicBezTo>
                      <a:pt x="43" y="7"/>
                      <a:pt x="41" y="4"/>
                      <a:pt x="3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8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161829" y="3316326"/>
                <a:ext cx="38465" cy="33796"/>
              </a:xfrm>
              <a:custGeom>
                <a:avLst/>
                <a:gdLst>
                  <a:gd name="T0" fmla="*/ 59 w 83"/>
                  <a:gd name="T1" fmla="*/ 15 h 73"/>
                  <a:gd name="T2" fmla="*/ 51 w 83"/>
                  <a:gd name="T3" fmla="*/ 27 h 73"/>
                  <a:gd name="T4" fmla="*/ 50 w 83"/>
                  <a:gd name="T5" fmla="*/ 27 h 73"/>
                  <a:gd name="T6" fmla="*/ 38 w 83"/>
                  <a:gd name="T7" fmla="*/ 25 h 73"/>
                  <a:gd name="T8" fmla="*/ 29 w 83"/>
                  <a:gd name="T9" fmla="*/ 20 h 73"/>
                  <a:gd name="T10" fmla="*/ 24 w 83"/>
                  <a:gd name="T11" fmla="*/ 24 h 73"/>
                  <a:gd name="T12" fmla="*/ 27 w 83"/>
                  <a:gd name="T13" fmla="*/ 35 h 73"/>
                  <a:gd name="T14" fmla="*/ 37 w 83"/>
                  <a:gd name="T15" fmla="*/ 38 h 73"/>
                  <a:gd name="T16" fmla="*/ 43 w 83"/>
                  <a:gd name="T17" fmla="*/ 37 h 73"/>
                  <a:gd name="T18" fmla="*/ 40 w 83"/>
                  <a:gd name="T19" fmla="*/ 41 h 73"/>
                  <a:gd name="T20" fmla="*/ 27 w 83"/>
                  <a:gd name="T21" fmla="*/ 54 h 73"/>
                  <a:gd name="T22" fmla="*/ 12 w 83"/>
                  <a:gd name="T23" fmla="*/ 62 h 73"/>
                  <a:gd name="T24" fmla="*/ 9 w 83"/>
                  <a:gd name="T25" fmla="*/ 59 h 73"/>
                  <a:gd name="T26" fmla="*/ 4 w 83"/>
                  <a:gd name="T27" fmla="*/ 61 h 73"/>
                  <a:gd name="T28" fmla="*/ 2 w 83"/>
                  <a:gd name="T29" fmla="*/ 69 h 73"/>
                  <a:gd name="T30" fmla="*/ 6 w 83"/>
                  <a:gd name="T31" fmla="*/ 73 h 73"/>
                  <a:gd name="T32" fmla="*/ 20 w 83"/>
                  <a:gd name="T33" fmla="*/ 64 h 73"/>
                  <a:gd name="T34" fmla="*/ 39 w 83"/>
                  <a:gd name="T35" fmla="*/ 53 h 73"/>
                  <a:gd name="T36" fmla="*/ 52 w 83"/>
                  <a:gd name="T37" fmla="*/ 36 h 73"/>
                  <a:gd name="T38" fmla="*/ 68 w 83"/>
                  <a:gd name="T39" fmla="*/ 36 h 73"/>
                  <a:gd name="T40" fmla="*/ 76 w 83"/>
                  <a:gd name="T41" fmla="*/ 37 h 73"/>
                  <a:gd name="T42" fmla="*/ 81 w 83"/>
                  <a:gd name="T43" fmla="*/ 32 h 73"/>
                  <a:gd name="T44" fmla="*/ 73 w 83"/>
                  <a:gd name="T45" fmla="*/ 27 h 73"/>
                  <a:gd name="T46" fmla="*/ 64 w 83"/>
                  <a:gd name="T47" fmla="*/ 28 h 73"/>
                  <a:gd name="T48" fmla="*/ 58 w 83"/>
                  <a:gd name="T49" fmla="*/ 28 h 73"/>
                  <a:gd name="T50" fmla="*/ 62 w 83"/>
                  <a:gd name="T51" fmla="*/ 22 h 73"/>
                  <a:gd name="T52" fmla="*/ 66 w 83"/>
                  <a:gd name="T53" fmla="*/ 18 h 73"/>
                  <a:gd name="T54" fmla="*/ 71 w 83"/>
                  <a:gd name="T55" fmla="*/ 12 h 73"/>
                  <a:gd name="T56" fmla="*/ 70 w 83"/>
                  <a:gd name="T57" fmla="*/ 2 h 73"/>
                  <a:gd name="T58" fmla="*/ 63 w 83"/>
                  <a:gd name="T59" fmla="*/ 4 h 73"/>
                  <a:gd name="T60" fmla="*/ 59 w 83"/>
                  <a:gd name="T6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3" h="73">
                    <a:moveTo>
                      <a:pt x="59" y="15"/>
                    </a:moveTo>
                    <a:cubicBezTo>
                      <a:pt x="58" y="15"/>
                      <a:pt x="55" y="21"/>
                      <a:pt x="51" y="27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48" y="27"/>
                      <a:pt x="40" y="27"/>
                      <a:pt x="38" y="25"/>
                    </a:cubicBezTo>
                    <a:cubicBezTo>
                      <a:pt x="35" y="23"/>
                      <a:pt x="31" y="20"/>
                      <a:pt x="29" y="20"/>
                    </a:cubicBezTo>
                    <a:cubicBezTo>
                      <a:pt x="27" y="20"/>
                      <a:pt x="25" y="21"/>
                      <a:pt x="24" y="24"/>
                    </a:cubicBezTo>
                    <a:cubicBezTo>
                      <a:pt x="23" y="27"/>
                      <a:pt x="23" y="30"/>
                      <a:pt x="27" y="35"/>
                    </a:cubicBezTo>
                    <a:cubicBezTo>
                      <a:pt x="32" y="40"/>
                      <a:pt x="33" y="39"/>
                      <a:pt x="37" y="38"/>
                    </a:cubicBezTo>
                    <a:cubicBezTo>
                      <a:pt x="38" y="38"/>
                      <a:pt x="41" y="37"/>
                      <a:pt x="43" y="37"/>
                    </a:cubicBezTo>
                    <a:cubicBezTo>
                      <a:pt x="42" y="39"/>
                      <a:pt x="40" y="41"/>
                      <a:pt x="40" y="41"/>
                    </a:cubicBezTo>
                    <a:cubicBezTo>
                      <a:pt x="38" y="43"/>
                      <a:pt x="31" y="51"/>
                      <a:pt x="27" y="54"/>
                    </a:cubicBezTo>
                    <a:cubicBezTo>
                      <a:pt x="23" y="57"/>
                      <a:pt x="12" y="62"/>
                      <a:pt x="12" y="62"/>
                    </a:cubicBezTo>
                    <a:cubicBezTo>
                      <a:pt x="13" y="62"/>
                      <a:pt x="10" y="63"/>
                      <a:pt x="9" y="59"/>
                    </a:cubicBezTo>
                    <a:cubicBezTo>
                      <a:pt x="9" y="56"/>
                      <a:pt x="7" y="59"/>
                      <a:pt x="4" y="61"/>
                    </a:cubicBezTo>
                    <a:cubicBezTo>
                      <a:pt x="0" y="63"/>
                      <a:pt x="2" y="67"/>
                      <a:pt x="2" y="69"/>
                    </a:cubicBezTo>
                    <a:cubicBezTo>
                      <a:pt x="1" y="72"/>
                      <a:pt x="1" y="73"/>
                      <a:pt x="6" y="73"/>
                    </a:cubicBezTo>
                    <a:cubicBezTo>
                      <a:pt x="11" y="72"/>
                      <a:pt x="15" y="67"/>
                      <a:pt x="20" y="64"/>
                    </a:cubicBezTo>
                    <a:cubicBezTo>
                      <a:pt x="26" y="62"/>
                      <a:pt x="35" y="57"/>
                      <a:pt x="39" y="53"/>
                    </a:cubicBezTo>
                    <a:cubicBezTo>
                      <a:pt x="42" y="50"/>
                      <a:pt x="49" y="41"/>
                      <a:pt x="52" y="36"/>
                    </a:cubicBezTo>
                    <a:cubicBezTo>
                      <a:pt x="57" y="36"/>
                      <a:pt x="66" y="36"/>
                      <a:pt x="68" y="36"/>
                    </a:cubicBezTo>
                    <a:cubicBezTo>
                      <a:pt x="70" y="36"/>
                      <a:pt x="72" y="37"/>
                      <a:pt x="76" y="37"/>
                    </a:cubicBezTo>
                    <a:cubicBezTo>
                      <a:pt x="79" y="37"/>
                      <a:pt x="83" y="35"/>
                      <a:pt x="81" y="32"/>
                    </a:cubicBezTo>
                    <a:cubicBezTo>
                      <a:pt x="79" y="30"/>
                      <a:pt x="77" y="26"/>
                      <a:pt x="73" y="27"/>
                    </a:cubicBezTo>
                    <a:cubicBezTo>
                      <a:pt x="70" y="28"/>
                      <a:pt x="67" y="28"/>
                      <a:pt x="64" y="28"/>
                    </a:cubicBezTo>
                    <a:cubicBezTo>
                      <a:pt x="63" y="28"/>
                      <a:pt x="61" y="28"/>
                      <a:pt x="58" y="28"/>
                    </a:cubicBezTo>
                    <a:cubicBezTo>
                      <a:pt x="60" y="25"/>
                      <a:pt x="61" y="23"/>
                      <a:pt x="62" y="22"/>
                    </a:cubicBezTo>
                    <a:cubicBezTo>
                      <a:pt x="64" y="19"/>
                      <a:pt x="65" y="18"/>
                      <a:pt x="66" y="18"/>
                    </a:cubicBezTo>
                    <a:cubicBezTo>
                      <a:pt x="67" y="17"/>
                      <a:pt x="70" y="15"/>
                      <a:pt x="71" y="12"/>
                    </a:cubicBezTo>
                    <a:cubicBezTo>
                      <a:pt x="73" y="10"/>
                      <a:pt x="72" y="3"/>
                      <a:pt x="70" y="2"/>
                    </a:cubicBezTo>
                    <a:cubicBezTo>
                      <a:pt x="68" y="0"/>
                      <a:pt x="64" y="1"/>
                      <a:pt x="63" y="4"/>
                    </a:cubicBezTo>
                    <a:cubicBezTo>
                      <a:pt x="61" y="8"/>
                      <a:pt x="60" y="15"/>
                      <a:pt x="5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1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048212" y="3377248"/>
                <a:ext cx="134961" cy="193659"/>
              </a:xfrm>
              <a:custGeom>
                <a:avLst/>
                <a:gdLst>
                  <a:gd name="T0" fmla="*/ 146 w 292"/>
                  <a:gd name="T1" fmla="*/ 24 h 419"/>
                  <a:gd name="T2" fmla="*/ 142 w 292"/>
                  <a:gd name="T3" fmla="*/ 24 h 419"/>
                  <a:gd name="T4" fmla="*/ 127 w 292"/>
                  <a:gd name="T5" fmla="*/ 6 h 419"/>
                  <a:gd name="T6" fmla="*/ 108 w 292"/>
                  <a:gd name="T7" fmla="*/ 7 h 419"/>
                  <a:gd name="T8" fmla="*/ 93 w 292"/>
                  <a:gd name="T9" fmla="*/ 0 h 419"/>
                  <a:gd name="T10" fmla="*/ 108 w 292"/>
                  <a:gd name="T11" fmla="*/ 21 h 419"/>
                  <a:gd name="T12" fmla="*/ 123 w 292"/>
                  <a:gd name="T13" fmla="*/ 22 h 419"/>
                  <a:gd name="T14" fmla="*/ 136 w 292"/>
                  <a:gd name="T15" fmla="*/ 24 h 419"/>
                  <a:gd name="T16" fmla="*/ 96 w 292"/>
                  <a:gd name="T17" fmla="*/ 49 h 419"/>
                  <a:gd name="T18" fmla="*/ 89 w 292"/>
                  <a:gd name="T19" fmla="*/ 116 h 419"/>
                  <a:gd name="T20" fmla="*/ 65 w 292"/>
                  <a:gd name="T21" fmla="*/ 116 h 419"/>
                  <a:gd name="T22" fmla="*/ 38 w 292"/>
                  <a:gd name="T23" fmla="*/ 154 h 419"/>
                  <a:gd name="T24" fmla="*/ 28 w 292"/>
                  <a:gd name="T25" fmla="*/ 334 h 419"/>
                  <a:gd name="T26" fmla="*/ 0 w 292"/>
                  <a:gd name="T27" fmla="*/ 419 h 419"/>
                  <a:gd name="T28" fmla="*/ 33 w 292"/>
                  <a:gd name="T29" fmla="*/ 419 h 419"/>
                  <a:gd name="T30" fmla="*/ 49 w 292"/>
                  <a:gd name="T31" fmla="*/ 397 h 419"/>
                  <a:gd name="T32" fmla="*/ 40 w 292"/>
                  <a:gd name="T33" fmla="*/ 419 h 419"/>
                  <a:gd name="T34" fmla="*/ 69 w 292"/>
                  <a:gd name="T35" fmla="*/ 419 h 419"/>
                  <a:gd name="T36" fmla="*/ 76 w 292"/>
                  <a:gd name="T37" fmla="*/ 383 h 419"/>
                  <a:gd name="T38" fmla="*/ 85 w 292"/>
                  <a:gd name="T39" fmla="*/ 181 h 419"/>
                  <a:gd name="T40" fmla="*/ 98 w 292"/>
                  <a:gd name="T41" fmla="*/ 164 h 419"/>
                  <a:gd name="T42" fmla="*/ 141 w 292"/>
                  <a:gd name="T43" fmla="*/ 164 h 419"/>
                  <a:gd name="T44" fmla="*/ 141 w 292"/>
                  <a:gd name="T45" fmla="*/ 75 h 419"/>
                  <a:gd name="T46" fmla="*/ 123 w 292"/>
                  <a:gd name="T47" fmla="*/ 52 h 419"/>
                  <a:gd name="T48" fmla="*/ 146 w 292"/>
                  <a:gd name="T49" fmla="*/ 29 h 419"/>
                  <a:gd name="T50" fmla="*/ 169 w 292"/>
                  <a:gd name="T51" fmla="*/ 52 h 419"/>
                  <a:gd name="T52" fmla="*/ 151 w 292"/>
                  <a:gd name="T53" fmla="*/ 75 h 419"/>
                  <a:gd name="T54" fmla="*/ 151 w 292"/>
                  <a:gd name="T55" fmla="*/ 164 h 419"/>
                  <a:gd name="T56" fmla="*/ 195 w 292"/>
                  <a:gd name="T57" fmla="*/ 164 h 419"/>
                  <a:gd name="T58" fmla="*/ 207 w 292"/>
                  <a:gd name="T59" fmla="*/ 181 h 419"/>
                  <a:gd name="T60" fmla="*/ 216 w 292"/>
                  <a:gd name="T61" fmla="*/ 383 h 419"/>
                  <a:gd name="T62" fmla="*/ 224 w 292"/>
                  <a:gd name="T63" fmla="*/ 419 h 419"/>
                  <a:gd name="T64" fmla="*/ 252 w 292"/>
                  <a:gd name="T65" fmla="*/ 419 h 419"/>
                  <a:gd name="T66" fmla="*/ 243 w 292"/>
                  <a:gd name="T67" fmla="*/ 397 h 419"/>
                  <a:gd name="T68" fmla="*/ 259 w 292"/>
                  <a:gd name="T69" fmla="*/ 419 h 419"/>
                  <a:gd name="T70" fmla="*/ 292 w 292"/>
                  <a:gd name="T71" fmla="*/ 419 h 419"/>
                  <a:gd name="T72" fmla="*/ 265 w 292"/>
                  <a:gd name="T73" fmla="*/ 334 h 419"/>
                  <a:gd name="T74" fmla="*/ 254 w 292"/>
                  <a:gd name="T75" fmla="*/ 154 h 419"/>
                  <a:gd name="T76" fmla="*/ 227 w 292"/>
                  <a:gd name="T77" fmla="*/ 116 h 419"/>
                  <a:gd name="T78" fmla="*/ 204 w 292"/>
                  <a:gd name="T79" fmla="*/ 116 h 419"/>
                  <a:gd name="T80" fmla="*/ 197 w 292"/>
                  <a:gd name="T81" fmla="*/ 49 h 419"/>
                  <a:gd name="T82" fmla="*/ 156 w 292"/>
                  <a:gd name="T83" fmla="*/ 24 h 419"/>
                  <a:gd name="T84" fmla="*/ 170 w 292"/>
                  <a:gd name="T85" fmla="*/ 22 h 419"/>
                  <a:gd name="T86" fmla="*/ 184 w 292"/>
                  <a:gd name="T87" fmla="*/ 21 h 419"/>
                  <a:gd name="T88" fmla="*/ 200 w 292"/>
                  <a:gd name="T89" fmla="*/ 0 h 419"/>
                  <a:gd name="T90" fmla="*/ 185 w 292"/>
                  <a:gd name="T91" fmla="*/ 7 h 419"/>
                  <a:gd name="T92" fmla="*/ 166 w 292"/>
                  <a:gd name="T93" fmla="*/ 6 h 419"/>
                  <a:gd name="T94" fmla="*/ 151 w 292"/>
                  <a:gd name="T95" fmla="*/ 24 h 419"/>
                  <a:gd name="T96" fmla="*/ 146 w 292"/>
                  <a:gd name="T97" fmla="*/ 2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92" h="419">
                    <a:moveTo>
                      <a:pt x="146" y="24"/>
                    </a:moveTo>
                    <a:cubicBezTo>
                      <a:pt x="145" y="24"/>
                      <a:pt x="143" y="24"/>
                      <a:pt x="142" y="24"/>
                    </a:cubicBezTo>
                    <a:cubicBezTo>
                      <a:pt x="141" y="16"/>
                      <a:pt x="136" y="7"/>
                      <a:pt x="127" y="6"/>
                    </a:cubicBezTo>
                    <a:cubicBezTo>
                      <a:pt x="120" y="6"/>
                      <a:pt x="115" y="7"/>
                      <a:pt x="108" y="7"/>
                    </a:cubicBezTo>
                    <a:cubicBezTo>
                      <a:pt x="101" y="7"/>
                      <a:pt x="96" y="4"/>
                      <a:pt x="93" y="0"/>
                    </a:cubicBezTo>
                    <a:cubicBezTo>
                      <a:pt x="95" y="10"/>
                      <a:pt x="97" y="20"/>
                      <a:pt x="108" y="21"/>
                    </a:cubicBezTo>
                    <a:cubicBezTo>
                      <a:pt x="113" y="22"/>
                      <a:pt x="118" y="22"/>
                      <a:pt x="123" y="22"/>
                    </a:cubicBezTo>
                    <a:cubicBezTo>
                      <a:pt x="130" y="22"/>
                      <a:pt x="134" y="23"/>
                      <a:pt x="136" y="24"/>
                    </a:cubicBezTo>
                    <a:cubicBezTo>
                      <a:pt x="118" y="26"/>
                      <a:pt x="101" y="33"/>
                      <a:pt x="96" y="49"/>
                    </a:cubicBezTo>
                    <a:cubicBezTo>
                      <a:pt x="91" y="64"/>
                      <a:pt x="92" y="100"/>
                      <a:pt x="89" y="116"/>
                    </a:cubicBezTo>
                    <a:cubicBezTo>
                      <a:pt x="81" y="116"/>
                      <a:pt x="73" y="116"/>
                      <a:pt x="65" y="116"/>
                    </a:cubicBezTo>
                    <a:cubicBezTo>
                      <a:pt x="45" y="116"/>
                      <a:pt x="39" y="133"/>
                      <a:pt x="38" y="154"/>
                    </a:cubicBezTo>
                    <a:cubicBezTo>
                      <a:pt x="35" y="214"/>
                      <a:pt x="31" y="274"/>
                      <a:pt x="28" y="334"/>
                    </a:cubicBezTo>
                    <a:cubicBezTo>
                      <a:pt x="25" y="381"/>
                      <a:pt x="15" y="403"/>
                      <a:pt x="0" y="419"/>
                    </a:cubicBezTo>
                    <a:cubicBezTo>
                      <a:pt x="11" y="419"/>
                      <a:pt x="22" y="419"/>
                      <a:pt x="33" y="419"/>
                    </a:cubicBezTo>
                    <a:cubicBezTo>
                      <a:pt x="38" y="415"/>
                      <a:pt x="41" y="409"/>
                      <a:pt x="49" y="397"/>
                    </a:cubicBezTo>
                    <a:cubicBezTo>
                      <a:pt x="46" y="408"/>
                      <a:pt x="43" y="414"/>
                      <a:pt x="40" y="419"/>
                    </a:cubicBezTo>
                    <a:cubicBezTo>
                      <a:pt x="50" y="419"/>
                      <a:pt x="59" y="419"/>
                      <a:pt x="69" y="419"/>
                    </a:cubicBezTo>
                    <a:cubicBezTo>
                      <a:pt x="74" y="408"/>
                      <a:pt x="75" y="396"/>
                      <a:pt x="76" y="383"/>
                    </a:cubicBezTo>
                    <a:cubicBezTo>
                      <a:pt x="79" y="316"/>
                      <a:pt x="82" y="248"/>
                      <a:pt x="85" y="181"/>
                    </a:cubicBezTo>
                    <a:cubicBezTo>
                      <a:pt x="85" y="170"/>
                      <a:pt x="89" y="164"/>
                      <a:pt x="98" y="164"/>
                    </a:cubicBezTo>
                    <a:cubicBezTo>
                      <a:pt x="112" y="164"/>
                      <a:pt x="127" y="164"/>
                      <a:pt x="141" y="164"/>
                    </a:cubicBezTo>
                    <a:cubicBezTo>
                      <a:pt x="141" y="134"/>
                      <a:pt x="141" y="104"/>
                      <a:pt x="141" y="75"/>
                    </a:cubicBezTo>
                    <a:cubicBezTo>
                      <a:pt x="131" y="72"/>
                      <a:pt x="123" y="63"/>
                      <a:pt x="123" y="52"/>
                    </a:cubicBezTo>
                    <a:cubicBezTo>
                      <a:pt x="123" y="39"/>
                      <a:pt x="133" y="29"/>
                      <a:pt x="146" y="29"/>
                    </a:cubicBezTo>
                    <a:cubicBezTo>
                      <a:pt x="159" y="29"/>
                      <a:pt x="169" y="39"/>
                      <a:pt x="169" y="52"/>
                    </a:cubicBezTo>
                    <a:cubicBezTo>
                      <a:pt x="169" y="63"/>
                      <a:pt x="162" y="72"/>
                      <a:pt x="151" y="75"/>
                    </a:cubicBezTo>
                    <a:cubicBezTo>
                      <a:pt x="151" y="104"/>
                      <a:pt x="151" y="134"/>
                      <a:pt x="151" y="164"/>
                    </a:cubicBezTo>
                    <a:cubicBezTo>
                      <a:pt x="166" y="164"/>
                      <a:pt x="180" y="164"/>
                      <a:pt x="195" y="164"/>
                    </a:cubicBezTo>
                    <a:cubicBezTo>
                      <a:pt x="203" y="164"/>
                      <a:pt x="207" y="170"/>
                      <a:pt x="207" y="181"/>
                    </a:cubicBezTo>
                    <a:cubicBezTo>
                      <a:pt x="210" y="248"/>
                      <a:pt x="213" y="316"/>
                      <a:pt x="216" y="383"/>
                    </a:cubicBezTo>
                    <a:cubicBezTo>
                      <a:pt x="217" y="396"/>
                      <a:pt x="218" y="408"/>
                      <a:pt x="224" y="419"/>
                    </a:cubicBezTo>
                    <a:cubicBezTo>
                      <a:pt x="233" y="419"/>
                      <a:pt x="243" y="419"/>
                      <a:pt x="252" y="419"/>
                    </a:cubicBezTo>
                    <a:cubicBezTo>
                      <a:pt x="249" y="414"/>
                      <a:pt x="246" y="408"/>
                      <a:pt x="243" y="397"/>
                    </a:cubicBezTo>
                    <a:cubicBezTo>
                      <a:pt x="251" y="409"/>
                      <a:pt x="255" y="415"/>
                      <a:pt x="259" y="419"/>
                    </a:cubicBezTo>
                    <a:cubicBezTo>
                      <a:pt x="270" y="419"/>
                      <a:pt x="281" y="419"/>
                      <a:pt x="292" y="419"/>
                    </a:cubicBezTo>
                    <a:cubicBezTo>
                      <a:pt x="277" y="403"/>
                      <a:pt x="267" y="381"/>
                      <a:pt x="265" y="334"/>
                    </a:cubicBezTo>
                    <a:cubicBezTo>
                      <a:pt x="262" y="274"/>
                      <a:pt x="258" y="214"/>
                      <a:pt x="254" y="154"/>
                    </a:cubicBezTo>
                    <a:cubicBezTo>
                      <a:pt x="253" y="133"/>
                      <a:pt x="247" y="116"/>
                      <a:pt x="227" y="116"/>
                    </a:cubicBezTo>
                    <a:cubicBezTo>
                      <a:pt x="219" y="116"/>
                      <a:pt x="211" y="116"/>
                      <a:pt x="204" y="116"/>
                    </a:cubicBezTo>
                    <a:cubicBezTo>
                      <a:pt x="200" y="100"/>
                      <a:pt x="202" y="64"/>
                      <a:pt x="197" y="49"/>
                    </a:cubicBezTo>
                    <a:cubicBezTo>
                      <a:pt x="191" y="33"/>
                      <a:pt x="174" y="26"/>
                      <a:pt x="156" y="24"/>
                    </a:cubicBezTo>
                    <a:cubicBezTo>
                      <a:pt x="159" y="23"/>
                      <a:pt x="163" y="22"/>
                      <a:pt x="170" y="22"/>
                    </a:cubicBezTo>
                    <a:cubicBezTo>
                      <a:pt x="174" y="22"/>
                      <a:pt x="180" y="22"/>
                      <a:pt x="184" y="21"/>
                    </a:cubicBezTo>
                    <a:cubicBezTo>
                      <a:pt x="195" y="20"/>
                      <a:pt x="198" y="10"/>
                      <a:pt x="200" y="0"/>
                    </a:cubicBezTo>
                    <a:cubicBezTo>
                      <a:pt x="197" y="4"/>
                      <a:pt x="192" y="7"/>
                      <a:pt x="185" y="7"/>
                    </a:cubicBezTo>
                    <a:cubicBezTo>
                      <a:pt x="177" y="7"/>
                      <a:pt x="173" y="6"/>
                      <a:pt x="166" y="6"/>
                    </a:cubicBezTo>
                    <a:cubicBezTo>
                      <a:pt x="156" y="7"/>
                      <a:pt x="152" y="16"/>
                      <a:pt x="151" y="24"/>
                    </a:cubicBezTo>
                    <a:cubicBezTo>
                      <a:pt x="149" y="24"/>
                      <a:pt x="148" y="24"/>
                      <a:pt x="14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0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913029" y="3281641"/>
                <a:ext cx="404883" cy="404883"/>
              </a:xfrm>
              <a:custGeom>
                <a:avLst/>
                <a:gdLst>
                  <a:gd name="T0" fmla="*/ 439 w 877"/>
                  <a:gd name="T1" fmla="*/ 0 h 876"/>
                  <a:gd name="T2" fmla="*/ 877 w 877"/>
                  <a:gd name="T3" fmla="*/ 438 h 876"/>
                  <a:gd name="T4" fmla="*/ 439 w 877"/>
                  <a:gd name="T5" fmla="*/ 876 h 876"/>
                  <a:gd name="T6" fmla="*/ 0 w 877"/>
                  <a:gd name="T7" fmla="*/ 438 h 876"/>
                  <a:gd name="T8" fmla="*/ 439 w 877"/>
                  <a:gd name="T9" fmla="*/ 0 h 876"/>
                  <a:gd name="T10" fmla="*/ 439 w 877"/>
                  <a:gd name="T11" fmla="*/ 16 h 876"/>
                  <a:gd name="T12" fmla="*/ 439 w 877"/>
                  <a:gd name="T13" fmla="*/ 16 h 876"/>
                  <a:gd name="T14" fmla="*/ 16 w 877"/>
                  <a:gd name="T15" fmla="*/ 438 h 876"/>
                  <a:gd name="T16" fmla="*/ 439 w 877"/>
                  <a:gd name="T17" fmla="*/ 861 h 876"/>
                  <a:gd name="T18" fmla="*/ 861 w 877"/>
                  <a:gd name="T19" fmla="*/ 438 h 876"/>
                  <a:gd name="T20" fmla="*/ 439 w 877"/>
                  <a:gd name="T21" fmla="*/ 1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7" h="876">
                    <a:moveTo>
                      <a:pt x="439" y="0"/>
                    </a:moveTo>
                    <a:cubicBezTo>
                      <a:pt x="680" y="0"/>
                      <a:pt x="877" y="197"/>
                      <a:pt x="877" y="438"/>
                    </a:cubicBezTo>
                    <a:cubicBezTo>
                      <a:pt x="877" y="679"/>
                      <a:pt x="680" y="876"/>
                      <a:pt x="439" y="876"/>
                    </a:cubicBezTo>
                    <a:cubicBezTo>
                      <a:pt x="197" y="876"/>
                      <a:pt x="0" y="679"/>
                      <a:pt x="0" y="438"/>
                    </a:cubicBezTo>
                    <a:cubicBezTo>
                      <a:pt x="0" y="197"/>
                      <a:pt x="197" y="0"/>
                      <a:pt x="439" y="0"/>
                    </a:cubicBezTo>
                    <a:close/>
                    <a:moveTo>
                      <a:pt x="439" y="16"/>
                    </a:moveTo>
                    <a:cubicBezTo>
                      <a:pt x="439" y="16"/>
                      <a:pt x="439" y="16"/>
                      <a:pt x="439" y="16"/>
                    </a:cubicBezTo>
                    <a:cubicBezTo>
                      <a:pt x="206" y="16"/>
                      <a:pt x="16" y="205"/>
                      <a:pt x="16" y="438"/>
                    </a:cubicBezTo>
                    <a:cubicBezTo>
                      <a:pt x="16" y="671"/>
                      <a:pt x="206" y="861"/>
                      <a:pt x="439" y="861"/>
                    </a:cubicBezTo>
                    <a:cubicBezTo>
                      <a:pt x="671" y="861"/>
                      <a:pt x="861" y="671"/>
                      <a:pt x="861" y="438"/>
                    </a:cubicBezTo>
                    <a:cubicBezTo>
                      <a:pt x="861" y="205"/>
                      <a:pt x="671" y="16"/>
                      <a:pt x="43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1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37931" y="3475300"/>
                <a:ext cx="354189" cy="186322"/>
              </a:xfrm>
              <a:custGeom>
                <a:avLst/>
                <a:gdLst>
                  <a:gd name="T0" fmla="*/ 23 w 767"/>
                  <a:gd name="T1" fmla="*/ 25 h 403"/>
                  <a:gd name="T2" fmla="*/ 57 w 767"/>
                  <a:gd name="T3" fmla="*/ 38 h 403"/>
                  <a:gd name="T4" fmla="*/ 55 w 767"/>
                  <a:gd name="T5" fmla="*/ 29 h 403"/>
                  <a:gd name="T6" fmla="*/ 19 w 767"/>
                  <a:gd name="T7" fmla="*/ 52 h 403"/>
                  <a:gd name="T8" fmla="*/ 20 w 767"/>
                  <a:gd name="T9" fmla="*/ 96 h 403"/>
                  <a:gd name="T10" fmla="*/ 17 w 767"/>
                  <a:gd name="T11" fmla="*/ 79 h 403"/>
                  <a:gd name="T12" fmla="*/ 55 w 767"/>
                  <a:gd name="T13" fmla="*/ 90 h 403"/>
                  <a:gd name="T14" fmla="*/ 33 w 767"/>
                  <a:gd name="T15" fmla="*/ 123 h 403"/>
                  <a:gd name="T16" fmla="*/ 87 w 767"/>
                  <a:gd name="T17" fmla="*/ 156 h 403"/>
                  <a:gd name="T18" fmla="*/ 31 w 767"/>
                  <a:gd name="T19" fmla="*/ 156 h 403"/>
                  <a:gd name="T20" fmla="*/ 74 w 767"/>
                  <a:gd name="T21" fmla="*/ 224 h 403"/>
                  <a:gd name="T22" fmla="*/ 113 w 767"/>
                  <a:gd name="T23" fmla="*/ 220 h 403"/>
                  <a:gd name="T24" fmla="*/ 92 w 767"/>
                  <a:gd name="T25" fmla="*/ 213 h 403"/>
                  <a:gd name="T26" fmla="*/ 90 w 767"/>
                  <a:gd name="T27" fmla="*/ 171 h 403"/>
                  <a:gd name="T28" fmla="*/ 61 w 767"/>
                  <a:gd name="T29" fmla="*/ 214 h 403"/>
                  <a:gd name="T30" fmla="*/ 173 w 767"/>
                  <a:gd name="T31" fmla="*/ 271 h 403"/>
                  <a:gd name="T32" fmla="*/ 111 w 767"/>
                  <a:gd name="T33" fmla="*/ 288 h 403"/>
                  <a:gd name="T34" fmla="*/ 153 w 767"/>
                  <a:gd name="T35" fmla="*/ 252 h 403"/>
                  <a:gd name="T36" fmla="*/ 158 w 767"/>
                  <a:gd name="T37" fmla="*/ 316 h 403"/>
                  <a:gd name="T38" fmla="*/ 166 w 767"/>
                  <a:gd name="T39" fmla="*/ 330 h 403"/>
                  <a:gd name="T40" fmla="*/ 152 w 767"/>
                  <a:gd name="T41" fmla="*/ 314 h 403"/>
                  <a:gd name="T42" fmla="*/ 155 w 767"/>
                  <a:gd name="T43" fmla="*/ 318 h 403"/>
                  <a:gd name="T44" fmla="*/ 230 w 767"/>
                  <a:gd name="T45" fmla="*/ 319 h 403"/>
                  <a:gd name="T46" fmla="*/ 270 w 767"/>
                  <a:gd name="T47" fmla="*/ 330 h 403"/>
                  <a:gd name="T48" fmla="*/ 247 w 767"/>
                  <a:gd name="T49" fmla="*/ 377 h 403"/>
                  <a:gd name="T50" fmla="*/ 211 w 767"/>
                  <a:gd name="T51" fmla="*/ 356 h 403"/>
                  <a:gd name="T52" fmla="*/ 364 w 767"/>
                  <a:gd name="T53" fmla="*/ 346 h 403"/>
                  <a:gd name="T54" fmla="*/ 359 w 767"/>
                  <a:gd name="T55" fmla="*/ 401 h 403"/>
                  <a:gd name="T56" fmla="*/ 355 w 767"/>
                  <a:gd name="T57" fmla="*/ 345 h 403"/>
                  <a:gd name="T58" fmla="*/ 368 w 767"/>
                  <a:gd name="T59" fmla="*/ 382 h 403"/>
                  <a:gd name="T60" fmla="*/ 441 w 767"/>
                  <a:gd name="T61" fmla="*/ 351 h 403"/>
                  <a:gd name="T62" fmla="*/ 451 w 767"/>
                  <a:gd name="T63" fmla="*/ 396 h 403"/>
                  <a:gd name="T64" fmla="*/ 398 w 767"/>
                  <a:gd name="T65" fmla="*/ 401 h 403"/>
                  <a:gd name="T66" fmla="*/ 509 w 767"/>
                  <a:gd name="T67" fmla="*/ 382 h 403"/>
                  <a:gd name="T68" fmla="*/ 463 w 767"/>
                  <a:gd name="T69" fmla="*/ 337 h 403"/>
                  <a:gd name="T70" fmla="*/ 554 w 767"/>
                  <a:gd name="T71" fmla="*/ 364 h 403"/>
                  <a:gd name="T72" fmla="*/ 544 w 767"/>
                  <a:gd name="T73" fmla="*/ 311 h 403"/>
                  <a:gd name="T74" fmla="*/ 526 w 767"/>
                  <a:gd name="T75" fmla="*/ 316 h 403"/>
                  <a:gd name="T76" fmla="*/ 593 w 767"/>
                  <a:gd name="T77" fmla="*/ 342 h 403"/>
                  <a:gd name="T78" fmla="*/ 558 w 767"/>
                  <a:gd name="T79" fmla="*/ 299 h 403"/>
                  <a:gd name="T80" fmla="*/ 593 w 767"/>
                  <a:gd name="T81" fmla="*/ 303 h 403"/>
                  <a:gd name="T82" fmla="*/ 595 w 767"/>
                  <a:gd name="T83" fmla="*/ 306 h 403"/>
                  <a:gd name="T84" fmla="*/ 593 w 767"/>
                  <a:gd name="T85" fmla="*/ 342 h 403"/>
                  <a:gd name="T86" fmla="*/ 645 w 767"/>
                  <a:gd name="T87" fmla="*/ 259 h 403"/>
                  <a:gd name="T88" fmla="*/ 685 w 767"/>
                  <a:gd name="T89" fmla="*/ 250 h 403"/>
                  <a:gd name="T90" fmla="*/ 610 w 767"/>
                  <a:gd name="T91" fmla="*/ 262 h 403"/>
                  <a:gd name="T92" fmla="*/ 670 w 767"/>
                  <a:gd name="T93" fmla="*/ 270 h 403"/>
                  <a:gd name="T94" fmla="*/ 712 w 767"/>
                  <a:gd name="T95" fmla="*/ 213 h 403"/>
                  <a:gd name="T96" fmla="*/ 669 w 767"/>
                  <a:gd name="T97" fmla="*/ 213 h 403"/>
                  <a:gd name="T98" fmla="*/ 689 w 767"/>
                  <a:gd name="T99" fmla="*/ 177 h 403"/>
                  <a:gd name="T100" fmla="*/ 692 w 767"/>
                  <a:gd name="T101" fmla="*/ 186 h 403"/>
                  <a:gd name="T102" fmla="*/ 703 w 767"/>
                  <a:gd name="T103" fmla="*/ 229 h 403"/>
                  <a:gd name="T104" fmla="*/ 693 w 767"/>
                  <a:gd name="T105" fmla="*/ 125 h 403"/>
                  <a:gd name="T106" fmla="*/ 734 w 767"/>
                  <a:gd name="T107" fmla="*/ 174 h 403"/>
                  <a:gd name="T108" fmla="*/ 724 w 767"/>
                  <a:gd name="T109" fmla="*/ 67 h 403"/>
                  <a:gd name="T110" fmla="*/ 755 w 767"/>
                  <a:gd name="T111" fmla="*/ 115 h 403"/>
                  <a:gd name="T112" fmla="*/ 712 w 767"/>
                  <a:gd name="T113" fmla="*/ 116 h 403"/>
                  <a:gd name="T114" fmla="*/ 767 w 767"/>
                  <a:gd name="T115" fmla="*/ 12 h 403"/>
                  <a:gd name="T116" fmla="*/ 712 w 767"/>
                  <a:gd name="T117" fmla="*/ 57 h 403"/>
                  <a:gd name="T118" fmla="*/ 737 w 767"/>
                  <a:gd name="T119" fmla="*/ 21 h 403"/>
                  <a:gd name="T120" fmla="*/ 711 w 767"/>
                  <a:gd name="T121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" h="403">
                    <a:moveTo>
                      <a:pt x="0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6" y="10"/>
                      <a:pt x="12" y="12"/>
                      <a:pt x="9" y="16"/>
                    </a:cubicBezTo>
                    <a:cubicBezTo>
                      <a:pt x="6" y="20"/>
                      <a:pt x="4" y="24"/>
                      <a:pt x="4" y="29"/>
                    </a:cubicBezTo>
                    <a:cubicBezTo>
                      <a:pt x="4" y="32"/>
                      <a:pt x="5" y="34"/>
                      <a:pt x="6" y="36"/>
                    </a:cubicBezTo>
                    <a:cubicBezTo>
                      <a:pt x="8" y="38"/>
                      <a:pt x="10" y="39"/>
                      <a:pt x="12" y="39"/>
                    </a:cubicBezTo>
                    <a:cubicBezTo>
                      <a:pt x="16" y="39"/>
                      <a:pt x="19" y="34"/>
                      <a:pt x="23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4"/>
                      <a:pt x="24" y="23"/>
                    </a:cubicBezTo>
                    <a:cubicBezTo>
                      <a:pt x="27" y="16"/>
                      <a:pt x="29" y="12"/>
                      <a:pt x="32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8" y="7"/>
                      <a:pt x="39" y="7"/>
                      <a:pt x="41" y="7"/>
                    </a:cubicBezTo>
                    <a:cubicBezTo>
                      <a:pt x="46" y="7"/>
                      <a:pt x="50" y="9"/>
                      <a:pt x="54" y="12"/>
                    </a:cubicBezTo>
                    <a:cubicBezTo>
                      <a:pt x="57" y="16"/>
                      <a:pt x="59" y="21"/>
                      <a:pt x="59" y="27"/>
                    </a:cubicBezTo>
                    <a:cubicBezTo>
                      <a:pt x="59" y="31"/>
                      <a:pt x="58" y="34"/>
                      <a:pt x="57" y="38"/>
                    </a:cubicBezTo>
                    <a:cubicBezTo>
                      <a:pt x="56" y="41"/>
                      <a:pt x="55" y="43"/>
                      <a:pt x="55" y="44"/>
                    </a:cubicBezTo>
                    <a:cubicBezTo>
                      <a:pt x="55" y="44"/>
                      <a:pt x="56" y="45"/>
                      <a:pt x="56" y="45"/>
                    </a:cubicBezTo>
                    <a:cubicBezTo>
                      <a:pt x="57" y="46"/>
                      <a:pt x="58" y="46"/>
                      <a:pt x="59" y="46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6" y="46"/>
                      <a:pt x="49" y="44"/>
                      <a:pt x="52" y="40"/>
                    </a:cubicBezTo>
                    <a:cubicBezTo>
                      <a:pt x="54" y="37"/>
                      <a:pt x="56" y="33"/>
                      <a:pt x="55" y="29"/>
                    </a:cubicBezTo>
                    <a:cubicBezTo>
                      <a:pt x="55" y="26"/>
                      <a:pt x="55" y="24"/>
                      <a:pt x="53" y="22"/>
                    </a:cubicBezTo>
                    <a:cubicBezTo>
                      <a:pt x="52" y="20"/>
                      <a:pt x="50" y="20"/>
                      <a:pt x="48" y="20"/>
                    </a:cubicBezTo>
                    <a:cubicBezTo>
                      <a:pt x="45" y="20"/>
                      <a:pt x="42" y="23"/>
                      <a:pt x="40" y="30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7" y="36"/>
                      <a:pt x="36" y="40"/>
                      <a:pt x="35" y="42"/>
                    </a:cubicBezTo>
                    <a:cubicBezTo>
                      <a:pt x="33" y="44"/>
                      <a:pt x="32" y="46"/>
                      <a:pt x="31" y="47"/>
                    </a:cubicBezTo>
                    <a:cubicBezTo>
                      <a:pt x="30" y="48"/>
                      <a:pt x="28" y="49"/>
                      <a:pt x="26" y="50"/>
                    </a:cubicBezTo>
                    <a:cubicBezTo>
                      <a:pt x="24" y="51"/>
                      <a:pt x="22" y="52"/>
                      <a:pt x="19" y="52"/>
                    </a:cubicBezTo>
                    <a:cubicBezTo>
                      <a:pt x="14" y="52"/>
                      <a:pt x="9" y="50"/>
                      <a:pt x="6" y="46"/>
                    </a:cubicBezTo>
                    <a:cubicBezTo>
                      <a:pt x="2" y="42"/>
                      <a:pt x="1" y="37"/>
                      <a:pt x="1" y="30"/>
                    </a:cubicBezTo>
                    <a:cubicBezTo>
                      <a:pt x="0" y="27"/>
                      <a:pt x="1" y="23"/>
                      <a:pt x="2" y="19"/>
                    </a:cubicBezTo>
                    <a:cubicBezTo>
                      <a:pt x="3" y="15"/>
                      <a:pt x="4" y="13"/>
                      <a:pt x="4" y="13"/>
                    </a:cubicBezTo>
                    <a:cubicBezTo>
                      <a:pt x="4" y="12"/>
                      <a:pt x="4" y="11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20" y="96"/>
                    </a:moveTo>
                    <a:cubicBezTo>
                      <a:pt x="20" y="96"/>
                      <a:pt x="20" y="96"/>
                      <a:pt x="20" y="96"/>
                    </a:cubicBezTo>
                    <a:cubicBezTo>
                      <a:pt x="17" y="96"/>
                      <a:pt x="15" y="97"/>
                      <a:pt x="14" y="99"/>
                    </a:cubicBezTo>
                    <a:cubicBezTo>
                      <a:pt x="13" y="100"/>
                      <a:pt x="13" y="102"/>
                      <a:pt x="13" y="104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6"/>
                      <a:pt x="9" y="77"/>
                      <a:pt x="10" y="78"/>
                    </a:cubicBezTo>
                    <a:cubicBezTo>
                      <a:pt x="12" y="79"/>
                      <a:pt x="14" y="79"/>
                      <a:pt x="17" y="79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5" y="72"/>
                      <a:pt x="56" y="71"/>
                      <a:pt x="57" y="70"/>
                    </a:cubicBezTo>
                    <a:cubicBezTo>
                      <a:pt x="58" y="69"/>
                      <a:pt x="59" y="67"/>
                      <a:pt x="58" y="64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6" y="95"/>
                      <a:pt x="66" y="95"/>
                      <a:pt x="66" y="95"/>
                    </a:cubicBezTo>
                    <a:cubicBezTo>
                      <a:pt x="64" y="95"/>
                      <a:pt x="64" y="95"/>
                      <a:pt x="64" y="95"/>
                    </a:cubicBezTo>
                    <a:cubicBezTo>
                      <a:pt x="63" y="93"/>
                      <a:pt x="62" y="91"/>
                      <a:pt x="61" y="90"/>
                    </a:cubicBezTo>
                    <a:cubicBezTo>
                      <a:pt x="60" y="89"/>
                      <a:pt x="58" y="89"/>
                      <a:pt x="55" y="90"/>
                    </a:cubicBezTo>
                    <a:cubicBezTo>
                      <a:pt x="20" y="96"/>
                      <a:pt x="20" y="96"/>
                      <a:pt x="20" y="96"/>
                    </a:cubicBezTo>
                    <a:close/>
                    <a:moveTo>
                      <a:pt x="45" y="171"/>
                    </a:moveTo>
                    <a:cubicBezTo>
                      <a:pt x="45" y="171"/>
                      <a:pt x="45" y="171"/>
                      <a:pt x="45" y="171"/>
                    </a:cubicBezTo>
                    <a:cubicBezTo>
                      <a:pt x="40" y="170"/>
                      <a:pt x="36" y="168"/>
                      <a:pt x="32" y="165"/>
                    </a:cubicBezTo>
                    <a:cubicBezTo>
                      <a:pt x="29" y="162"/>
                      <a:pt x="26" y="158"/>
                      <a:pt x="25" y="153"/>
                    </a:cubicBezTo>
                    <a:cubicBezTo>
                      <a:pt x="24" y="149"/>
                      <a:pt x="23" y="146"/>
                      <a:pt x="23" y="142"/>
                    </a:cubicBezTo>
                    <a:cubicBezTo>
                      <a:pt x="24" y="139"/>
                      <a:pt x="25" y="135"/>
                      <a:pt x="26" y="132"/>
                    </a:cubicBezTo>
                    <a:cubicBezTo>
                      <a:pt x="28" y="128"/>
                      <a:pt x="30" y="125"/>
                      <a:pt x="33" y="123"/>
                    </a:cubicBezTo>
                    <a:cubicBezTo>
                      <a:pt x="36" y="120"/>
                      <a:pt x="40" y="118"/>
                      <a:pt x="44" y="117"/>
                    </a:cubicBezTo>
                    <a:cubicBezTo>
                      <a:pt x="53" y="114"/>
                      <a:pt x="60" y="115"/>
                      <a:pt x="67" y="118"/>
                    </a:cubicBezTo>
                    <a:cubicBezTo>
                      <a:pt x="73" y="121"/>
                      <a:pt x="78" y="127"/>
                      <a:pt x="81" y="135"/>
                    </a:cubicBezTo>
                    <a:cubicBezTo>
                      <a:pt x="82" y="139"/>
                      <a:pt x="82" y="142"/>
                      <a:pt x="82" y="146"/>
                    </a:cubicBezTo>
                    <a:cubicBezTo>
                      <a:pt x="82" y="150"/>
                      <a:pt x="82" y="152"/>
                      <a:pt x="82" y="152"/>
                    </a:cubicBezTo>
                    <a:cubicBezTo>
                      <a:pt x="83" y="153"/>
                      <a:pt x="83" y="153"/>
                      <a:pt x="84" y="153"/>
                    </a:cubicBezTo>
                    <a:cubicBezTo>
                      <a:pt x="84" y="154"/>
                      <a:pt x="85" y="154"/>
                      <a:pt x="86" y="154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70" y="161"/>
                      <a:pt x="70" y="161"/>
                      <a:pt x="70" y="161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73" y="157"/>
                      <a:pt x="76" y="155"/>
                      <a:pt x="78" y="151"/>
                    </a:cubicBezTo>
                    <a:cubicBezTo>
                      <a:pt x="79" y="148"/>
                      <a:pt x="79" y="145"/>
                      <a:pt x="78" y="141"/>
                    </a:cubicBezTo>
                    <a:cubicBezTo>
                      <a:pt x="77" y="136"/>
                      <a:pt x="73" y="133"/>
                      <a:pt x="69" y="132"/>
                    </a:cubicBezTo>
                    <a:cubicBezTo>
                      <a:pt x="64" y="131"/>
                      <a:pt x="58" y="132"/>
                      <a:pt x="51" y="134"/>
                    </a:cubicBezTo>
                    <a:cubicBezTo>
                      <a:pt x="43" y="137"/>
                      <a:pt x="37" y="140"/>
                      <a:pt x="34" y="144"/>
                    </a:cubicBezTo>
                    <a:cubicBezTo>
                      <a:pt x="31" y="147"/>
                      <a:pt x="30" y="151"/>
                      <a:pt x="31" y="156"/>
                    </a:cubicBezTo>
                    <a:cubicBezTo>
                      <a:pt x="32" y="159"/>
                      <a:pt x="34" y="161"/>
                      <a:pt x="36" y="163"/>
                    </a:cubicBezTo>
                    <a:cubicBezTo>
                      <a:pt x="39" y="165"/>
                      <a:pt x="42" y="167"/>
                      <a:pt x="46" y="168"/>
                    </a:cubicBezTo>
                    <a:cubicBezTo>
                      <a:pt x="45" y="171"/>
                      <a:pt x="45" y="171"/>
                      <a:pt x="45" y="171"/>
                    </a:cubicBezTo>
                    <a:close/>
                    <a:moveTo>
                      <a:pt x="65" y="209"/>
                    </a:moveTo>
                    <a:cubicBezTo>
                      <a:pt x="65" y="209"/>
                      <a:pt x="65" y="209"/>
                      <a:pt x="65" y="209"/>
                    </a:cubicBezTo>
                    <a:cubicBezTo>
                      <a:pt x="79" y="201"/>
                      <a:pt x="79" y="201"/>
                      <a:pt x="79" y="201"/>
                    </a:cubicBezTo>
                    <a:cubicBezTo>
                      <a:pt x="88" y="215"/>
                      <a:pt x="88" y="215"/>
                      <a:pt x="88" y="215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1" y="225"/>
                      <a:pt x="69" y="226"/>
                      <a:pt x="68" y="226"/>
                    </a:cubicBezTo>
                    <a:cubicBezTo>
                      <a:pt x="66" y="225"/>
                      <a:pt x="65" y="224"/>
                      <a:pt x="63" y="222"/>
                    </a:cubicBezTo>
                    <a:cubicBezTo>
                      <a:pt x="62" y="223"/>
                      <a:pt x="62" y="223"/>
                      <a:pt x="62" y="223"/>
                    </a:cubicBezTo>
                    <a:cubicBezTo>
                      <a:pt x="78" y="250"/>
                      <a:pt x="78" y="250"/>
                      <a:pt x="78" y="250"/>
                    </a:cubicBezTo>
                    <a:cubicBezTo>
                      <a:pt x="80" y="249"/>
                      <a:pt x="80" y="249"/>
                      <a:pt x="80" y="249"/>
                    </a:cubicBezTo>
                    <a:cubicBezTo>
                      <a:pt x="79" y="247"/>
                      <a:pt x="78" y="245"/>
                      <a:pt x="79" y="243"/>
                    </a:cubicBezTo>
                    <a:cubicBezTo>
                      <a:pt x="79" y="242"/>
                      <a:pt x="81" y="240"/>
                      <a:pt x="83" y="239"/>
                    </a:cubicBezTo>
                    <a:cubicBezTo>
                      <a:pt x="113" y="220"/>
                      <a:pt x="113" y="220"/>
                      <a:pt x="113" y="220"/>
                    </a:cubicBezTo>
                    <a:cubicBezTo>
                      <a:pt x="116" y="218"/>
                      <a:pt x="118" y="218"/>
                      <a:pt x="119" y="218"/>
                    </a:cubicBezTo>
                    <a:cubicBezTo>
                      <a:pt x="121" y="218"/>
                      <a:pt x="122" y="219"/>
                      <a:pt x="124" y="222"/>
                    </a:cubicBezTo>
                    <a:cubicBezTo>
                      <a:pt x="126" y="220"/>
                      <a:pt x="126" y="220"/>
                      <a:pt x="126" y="220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9" y="199"/>
                      <a:pt x="108" y="200"/>
                    </a:cubicBezTo>
                    <a:cubicBezTo>
                      <a:pt x="108" y="202"/>
                      <a:pt x="106" y="204"/>
                      <a:pt x="104" y="205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83" y="198"/>
                      <a:pt x="83" y="198"/>
                      <a:pt x="83" y="198"/>
                    </a:cubicBezTo>
                    <a:cubicBezTo>
                      <a:pt x="95" y="191"/>
                      <a:pt x="95" y="191"/>
                      <a:pt x="95" y="191"/>
                    </a:cubicBezTo>
                    <a:cubicBezTo>
                      <a:pt x="97" y="189"/>
                      <a:pt x="99" y="188"/>
                      <a:pt x="101" y="189"/>
                    </a:cubicBezTo>
                    <a:cubicBezTo>
                      <a:pt x="103" y="189"/>
                      <a:pt x="104" y="190"/>
                      <a:pt x="106" y="192"/>
                    </a:cubicBezTo>
                    <a:cubicBezTo>
                      <a:pt x="107" y="191"/>
                      <a:pt x="107" y="191"/>
                      <a:pt x="107" y="191"/>
                    </a:cubicBezTo>
                    <a:cubicBezTo>
                      <a:pt x="91" y="165"/>
                      <a:pt x="91" y="165"/>
                      <a:pt x="91" y="165"/>
                    </a:cubicBezTo>
                    <a:cubicBezTo>
                      <a:pt x="89" y="166"/>
                      <a:pt x="89" y="166"/>
                      <a:pt x="89" y="166"/>
                    </a:cubicBezTo>
                    <a:cubicBezTo>
                      <a:pt x="90" y="168"/>
                      <a:pt x="91" y="170"/>
                      <a:pt x="90" y="171"/>
                    </a:cubicBezTo>
                    <a:cubicBezTo>
                      <a:pt x="90" y="173"/>
                      <a:pt x="88" y="174"/>
                      <a:pt x="86" y="176"/>
                    </a:cubicBezTo>
                    <a:cubicBezTo>
                      <a:pt x="56" y="195"/>
                      <a:pt x="56" y="195"/>
                      <a:pt x="56" y="195"/>
                    </a:cubicBezTo>
                    <a:cubicBezTo>
                      <a:pt x="53" y="196"/>
                      <a:pt x="51" y="197"/>
                      <a:pt x="50" y="197"/>
                    </a:cubicBezTo>
                    <a:cubicBezTo>
                      <a:pt x="48" y="196"/>
                      <a:pt x="47" y="195"/>
                      <a:pt x="45" y="193"/>
                    </a:cubicBezTo>
                    <a:cubicBezTo>
                      <a:pt x="43" y="194"/>
                      <a:pt x="43" y="194"/>
                      <a:pt x="43" y="194"/>
                    </a:cubicBezTo>
                    <a:cubicBezTo>
                      <a:pt x="60" y="221"/>
                      <a:pt x="60" y="221"/>
                      <a:pt x="60" y="221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61" y="217"/>
                      <a:pt x="60" y="216"/>
                      <a:pt x="61" y="214"/>
                    </a:cubicBezTo>
                    <a:cubicBezTo>
                      <a:pt x="61" y="212"/>
                      <a:pt x="62" y="211"/>
                      <a:pt x="65" y="209"/>
                    </a:cubicBezTo>
                    <a:close/>
                    <a:moveTo>
                      <a:pt x="140" y="287"/>
                    </a:moveTo>
                    <a:cubicBezTo>
                      <a:pt x="140" y="287"/>
                      <a:pt x="140" y="287"/>
                      <a:pt x="140" y="287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61" y="268"/>
                      <a:pt x="162" y="266"/>
                      <a:pt x="162" y="264"/>
                    </a:cubicBezTo>
                    <a:cubicBezTo>
                      <a:pt x="162" y="263"/>
                      <a:pt x="161" y="261"/>
                      <a:pt x="159" y="259"/>
                    </a:cubicBezTo>
                    <a:cubicBezTo>
                      <a:pt x="161" y="257"/>
                      <a:pt x="161" y="257"/>
                      <a:pt x="161" y="257"/>
                    </a:cubicBezTo>
                    <a:cubicBezTo>
                      <a:pt x="173" y="271"/>
                      <a:pt x="173" y="271"/>
                      <a:pt x="173" y="271"/>
                    </a:cubicBezTo>
                    <a:cubicBezTo>
                      <a:pt x="172" y="272"/>
                      <a:pt x="172" y="272"/>
                      <a:pt x="172" y="272"/>
                    </a:cubicBezTo>
                    <a:cubicBezTo>
                      <a:pt x="170" y="270"/>
                      <a:pt x="168" y="269"/>
                      <a:pt x="167" y="269"/>
                    </a:cubicBezTo>
                    <a:cubicBezTo>
                      <a:pt x="165" y="269"/>
                      <a:pt x="163" y="270"/>
                      <a:pt x="161" y="272"/>
                    </a:cubicBezTo>
                    <a:cubicBezTo>
                      <a:pt x="143" y="289"/>
                      <a:pt x="143" y="289"/>
                      <a:pt x="143" y="289"/>
                    </a:cubicBezTo>
                    <a:cubicBezTo>
                      <a:pt x="140" y="292"/>
                      <a:pt x="137" y="294"/>
                      <a:pt x="135" y="295"/>
                    </a:cubicBezTo>
                    <a:cubicBezTo>
                      <a:pt x="133" y="296"/>
                      <a:pt x="131" y="297"/>
                      <a:pt x="129" y="297"/>
                    </a:cubicBezTo>
                    <a:cubicBezTo>
                      <a:pt x="126" y="297"/>
                      <a:pt x="123" y="296"/>
                      <a:pt x="120" y="295"/>
                    </a:cubicBezTo>
                    <a:cubicBezTo>
                      <a:pt x="117" y="293"/>
                      <a:pt x="114" y="291"/>
                      <a:pt x="111" y="288"/>
                    </a:cubicBezTo>
                    <a:cubicBezTo>
                      <a:pt x="106" y="282"/>
                      <a:pt x="104" y="277"/>
                      <a:pt x="104" y="272"/>
                    </a:cubicBezTo>
                    <a:cubicBezTo>
                      <a:pt x="103" y="267"/>
                      <a:pt x="106" y="262"/>
                      <a:pt x="111" y="258"/>
                    </a:cubicBezTo>
                    <a:cubicBezTo>
                      <a:pt x="130" y="239"/>
                      <a:pt x="130" y="239"/>
                      <a:pt x="130" y="239"/>
                    </a:cubicBezTo>
                    <a:cubicBezTo>
                      <a:pt x="133" y="238"/>
                      <a:pt x="134" y="236"/>
                      <a:pt x="134" y="234"/>
                    </a:cubicBezTo>
                    <a:cubicBezTo>
                      <a:pt x="134" y="233"/>
                      <a:pt x="133" y="231"/>
                      <a:pt x="131" y="229"/>
                    </a:cubicBezTo>
                    <a:cubicBezTo>
                      <a:pt x="133" y="227"/>
                      <a:pt x="133" y="227"/>
                      <a:pt x="133" y="227"/>
                    </a:cubicBezTo>
                    <a:cubicBezTo>
                      <a:pt x="155" y="251"/>
                      <a:pt x="155" y="251"/>
                      <a:pt x="155" y="251"/>
                    </a:cubicBezTo>
                    <a:cubicBezTo>
                      <a:pt x="153" y="252"/>
                      <a:pt x="153" y="252"/>
                      <a:pt x="153" y="252"/>
                    </a:cubicBezTo>
                    <a:cubicBezTo>
                      <a:pt x="151" y="250"/>
                      <a:pt x="149" y="249"/>
                      <a:pt x="148" y="249"/>
                    </a:cubicBezTo>
                    <a:cubicBezTo>
                      <a:pt x="146" y="249"/>
                      <a:pt x="144" y="250"/>
                      <a:pt x="142" y="252"/>
                    </a:cubicBezTo>
                    <a:cubicBezTo>
                      <a:pt x="120" y="273"/>
                      <a:pt x="120" y="273"/>
                      <a:pt x="120" y="273"/>
                    </a:cubicBezTo>
                    <a:cubicBezTo>
                      <a:pt x="117" y="276"/>
                      <a:pt x="115" y="279"/>
                      <a:pt x="115" y="281"/>
                    </a:cubicBezTo>
                    <a:cubicBezTo>
                      <a:pt x="115" y="284"/>
                      <a:pt x="116" y="286"/>
                      <a:pt x="118" y="289"/>
                    </a:cubicBezTo>
                    <a:cubicBezTo>
                      <a:pt x="121" y="292"/>
                      <a:pt x="125" y="294"/>
                      <a:pt x="128" y="293"/>
                    </a:cubicBezTo>
                    <a:cubicBezTo>
                      <a:pt x="132" y="293"/>
                      <a:pt x="136" y="291"/>
                      <a:pt x="140" y="287"/>
                    </a:cubicBezTo>
                    <a:close/>
                    <a:moveTo>
                      <a:pt x="158" y="316"/>
                    </a:moveTo>
                    <a:cubicBezTo>
                      <a:pt x="158" y="316"/>
                      <a:pt x="158" y="316"/>
                      <a:pt x="158" y="316"/>
                    </a:cubicBezTo>
                    <a:cubicBezTo>
                      <a:pt x="165" y="311"/>
                      <a:pt x="165" y="311"/>
                      <a:pt x="165" y="311"/>
                    </a:cubicBezTo>
                    <a:cubicBezTo>
                      <a:pt x="177" y="319"/>
                      <a:pt x="177" y="319"/>
                      <a:pt x="177" y="319"/>
                    </a:cubicBezTo>
                    <a:cubicBezTo>
                      <a:pt x="174" y="329"/>
                      <a:pt x="174" y="329"/>
                      <a:pt x="174" y="329"/>
                    </a:cubicBezTo>
                    <a:cubicBezTo>
                      <a:pt x="174" y="330"/>
                      <a:pt x="174" y="330"/>
                      <a:pt x="174" y="331"/>
                    </a:cubicBezTo>
                    <a:cubicBezTo>
                      <a:pt x="173" y="331"/>
                      <a:pt x="173" y="332"/>
                      <a:pt x="173" y="332"/>
                    </a:cubicBezTo>
                    <a:cubicBezTo>
                      <a:pt x="172" y="333"/>
                      <a:pt x="171" y="333"/>
                      <a:pt x="171" y="333"/>
                    </a:cubicBezTo>
                    <a:cubicBezTo>
                      <a:pt x="170" y="333"/>
                      <a:pt x="168" y="332"/>
                      <a:pt x="166" y="330"/>
                    </a:cubicBezTo>
                    <a:cubicBezTo>
                      <a:pt x="165" y="332"/>
                      <a:pt x="165" y="332"/>
                      <a:pt x="165" y="332"/>
                    </a:cubicBezTo>
                    <a:cubicBezTo>
                      <a:pt x="188" y="349"/>
                      <a:pt x="188" y="349"/>
                      <a:pt x="188" y="349"/>
                    </a:cubicBezTo>
                    <a:cubicBezTo>
                      <a:pt x="190" y="348"/>
                      <a:pt x="190" y="348"/>
                      <a:pt x="190" y="348"/>
                    </a:cubicBezTo>
                    <a:cubicBezTo>
                      <a:pt x="189" y="347"/>
                      <a:pt x="188" y="346"/>
                      <a:pt x="188" y="345"/>
                    </a:cubicBezTo>
                    <a:cubicBezTo>
                      <a:pt x="187" y="344"/>
                      <a:pt x="188" y="343"/>
                      <a:pt x="188" y="341"/>
                    </a:cubicBezTo>
                    <a:cubicBezTo>
                      <a:pt x="201" y="290"/>
                      <a:pt x="201" y="290"/>
                      <a:pt x="201" y="290"/>
                    </a:cubicBezTo>
                    <a:cubicBezTo>
                      <a:pt x="196" y="286"/>
                      <a:pt x="196" y="286"/>
                      <a:pt x="196" y="286"/>
                    </a:cubicBezTo>
                    <a:cubicBezTo>
                      <a:pt x="152" y="314"/>
                      <a:pt x="152" y="314"/>
                      <a:pt x="152" y="314"/>
                    </a:cubicBezTo>
                    <a:cubicBezTo>
                      <a:pt x="151" y="315"/>
                      <a:pt x="149" y="316"/>
                      <a:pt x="148" y="316"/>
                    </a:cubicBezTo>
                    <a:cubicBezTo>
                      <a:pt x="147" y="316"/>
                      <a:pt x="145" y="316"/>
                      <a:pt x="144" y="315"/>
                    </a:cubicBezTo>
                    <a:cubicBezTo>
                      <a:pt x="143" y="317"/>
                      <a:pt x="143" y="317"/>
                      <a:pt x="143" y="317"/>
                    </a:cubicBezTo>
                    <a:cubicBezTo>
                      <a:pt x="157" y="326"/>
                      <a:pt x="157" y="326"/>
                      <a:pt x="157" y="326"/>
                    </a:cubicBezTo>
                    <a:cubicBezTo>
                      <a:pt x="158" y="325"/>
                      <a:pt x="158" y="325"/>
                      <a:pt x="158" y="325"/>
                    </a:cubicBezTo>
                    <a:cubicBezTo>
                      <a:pt x="157" y="324"/>
                      <a:pt x="157" y="324"/>
                      <a:pt x="157" y="324"/>
                    </a:cubicBezTo>
                    <a:cubicBezTo>
                      <a:pt x="156" y="323"/>
                      <a:pt x="155" y="322"/>
                      <a:pt x="154" y="321"/>
                    </a:cubicBezTo>
                    <a:cubicBezTo>
                      <a:pt x="154" y="320"/>
                      <a:pt x="154" y="319"/>
                      <a:pt x="155" y="318"/>
                    </a:cubicBezTo>
                    <a:cubicBezTo>
                      <a:pt x="155" y="317"/>
                      <a:pt x="156" y="317"/>
                      <a:pt x="156" y="317"/>
                    </a:cubicBezTo>
                    <a:cubicBezTo>
                      <a:pt x="157" y="316"/>
                      <a:pt x="157" y="316"/>
                      <a:pt x="158" y="316"/>
                    </a:cubicBezTo>
                    <a:close/>
                    <a:moveTo>
                      <a:pt x="168" y="309"/>
                    </a:moveTo>
                    <a:cubicBezTo>
                      <a:pt x="168" y="309"/>
                      <a:pt x="168" y="309"/>
                      <a:pt x="168" y="309"/>
                    </a:cubicBezTo>
                    <a:cubicBezTo>
                      <a:pt x="183" y="300"/>
                      <a:pt x="183" y="300"/>
                      <a:pt x="183" y="300"/>
                    </a:cubicBezTo>
                    <a:cubicBezTo>
                      <a:pt x="178" y="316"/>
                      <a:pt x="178" y="316"/>
                      <a:pt x="178" y="316"/>
                    </a:cubicBezTo>
                    <a:cubicBezTo>
                      <a:pt x="168" y="309"/>
                      <a:pt x="168" y="309"/>
                      <a:pt x="168" y="309"/>
                    </a:cubicBezTo>
                    <a:close/>
                    <a:moveTo>
                      <a:pt x="230" y="319"/>
                    </a:moveTo>
                    <a:cubicBezTo>
                      <a:pt x="230" y="319"/>
                      <a:pt x="230" y="319"/>
                      <a:pt x="230" y="319"/>
                    </a:cubicBezTo>
                    <a:cubicBezTo>
                      <a:pt x="231" y="316"/>
                      <a:pt x="232" y="314"/>
                      <a:pt x="231" y="312"/>
                    </a:cubicBezTo>
                    <a:cubicBezTo>
                      <a:pt x="231" y="311"/>
                      <a:pt x="229" y="310"/>
                      <a:pt x="227" y="308"/>
                    </a:cubicBezTo>
                    <a:cubicBezTo>
                      <a:pt x="228" y="307"/>
                      <a:pt x="228" y="307"/>
                      <a:pt x="228" y="307"/>
                    </a:cubicBezTo>
                    <a:cubicBezTo>
                      <a:pt x="249" y="316"/>
                      <a:pt x="249" y="316"/>
                      <a:pt x="249" y="316"/>
                    </a:cubicBezTo>
                    <a:cubicBezTo>
                      <a:pt x="259" y="357"/>
                      <a:pt x="259" y="357"/>
                      <a:pt x="259" y="357"/>
                    </a:cubicBezTo>
                    <a:cubicBezTo>
                      <a:pt x="269" y="337"/>
                      <a:pt x="269" y="337"/>
                      <a:pt x="269" y="337"/>
                    </a:cubicBezTo>
                    <a:cubicBezTo>
                      <a:pt x="270" y="334"/>
                      <a:pt x="270" y="332"/>
                      <a:pt x="270" y="330"/>
                    </a:cubicBezTo>
                    <a:cubicBezTo>
                      <a:pt x="269" y="329"/>
                      <a:pt x="268" y="328"/>
                      <a:pt x="266" y="326"/>
                    </a:cubicBezTo>
                    <a:cubicBezTo>
                      <a:pt x="266" y="324"/>
                      <a:pt x="266" y="324"/>
                      <a:pt x="266" y="324"/>
                    </a:cubicBezTo>
                    <a:cubicBezTo>
                      <a:pt x="283" y="332"/>
                      <a:pt x="283" y="332"/>
                      <a:pt x="283" y="332"/>
                    </a:cubicBezTo>
                    <a:cubicBezTo>
                      <a:pt x="282" y="334"/>
                      <a:pt x="282" y="334"/>
                      <a:pt x="282" y="334"/>
                    </a:cubicBezTo>
                    <a:cubicBezTo>
                      <a:pt x="280" y="333"/>
                      <a:pt x="278" y="333"/>
                      <a:pt x="276" y="333"/>
                    </a:cubicBezTo>
                    <a:cubicBezTo>
                      <a:pt x="275" y="334"/>
                      <a:pt x="273" y="336"/>
                      <a:pt x="272" y="338"/>
                    </a:cubicBezTo>
                    <a:cubicBezTo>
                      <a:pt x="253" y="380"/>
                      <a:pt x="253" y="380"/>
                      <a:pt x="253" y="380"/>
                    </a:cubicBezTo>
                    <a:cubicBezTo>
                      <a:pt x="247" y="377"/>
                      <a:pt x="247" y="377"/>
                      <a:pt x="247" y="377"/>
                    </a:cubicBezTo>
                    <a:cubicBezTo>
                      <a:pt x="233" y="322"/>
                      <a:pt x="233" y="322"/>
                      <a:pt x="233" y="322"/>
                    </a:cubicBezTo>
                    <a:cubicBezTo>
                      <a:pt x="219" y="352"/>
                      <a:pt x="219" y="352"/>
                      <a:pt x="219" y="352"/>
                    </a:cubicBezTo>
                    <a:cubicBezTo>
                      <a:pt x="217" y="355"/>
                      <a:pt x="217" y="357"/>
                      <a:pt x="217" y="359"/>
                    </a:cubicBezTo>
                    <a:cubicBezTo>
                      <a:pt x="218" y="360"/>
                      <a:pt x="219" y="362"/>
                      <a:pt x="222" y="363"/>
                    </a:cubicBez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04" y="357"/>
                      <a:pt x="204" y="357"/>
                      <a:pt x="204" y="357"/>
                    </a:cubicBezTo>
                    <a:cubicBezTo>
                      <a:pt x="205" y="355"/>
                      <a:pt x="205" y="355"/>
                      <a:pt x="205" y="355"/>
                    </a:cubicBezTo>
                    <a:cubicBezTo>
                      <a:pt x="208" y="356"/>
                      <a:pt x="210" y="356"/>
                      <a:pt x="211" y="356"/>
                    </a:cubicBezTo>
                    <a:cubicBezTo>
                      <a:pt x="213" y="355"/>
                      <a:pt x="214" y="353"/>
                      <a:pt x="215" y="351"/>
                    </a:cubicBezTo>
                    <a:cubicBezTo>
                      <a:pt x="230" y="319"/>
                      <a:pt x="230" y="319"/>
                      <a:pt x="230" y="319"/>
                    </a:cubicBezTo>
                    <a:close/>
                    <a:moveTo>
                      <a:pt x="368" y="382"/>
                    </a:moveTo>
                    <a:cubicBezTo>
                      <a:pt x="368" y="382"/>
                      <a:pt x="368" y="382"/>
                      <a:pt x="368" y="382"/>
                    </a:cubicBezTo>
                    <a:cubicBezTo>
                      <a:pt x="370" y="356"/>
                      <a:pt x="370" y="356"/>
                      <a:pt x="370" y="356"/>
                    </a:cubicBezTo>
                    <a:cubicBezTo>
                      <a:pt x="371" y="354"/>
                      <a:pt x="370" y="351"/>
                      <a:pt x="369" y="350"/>
                    </a:cubicBezTo>
                    <a:cubicBezTo>
                      <a:pt x="368" y="349"/>
                      <a:pt x="367" y="348"/>
                      <a:pt x="364" y="348"/>
                    </a:cubicBezTo>
                    <a:cubicBezTo>
                      <a:pt x="364" y="346"/>
                      <a:pt x="364" y="346"/>
                      <a:pt x="364" y="346"/>
                    </a:cubicBezTo>
                    <a:cubicBezTo>
                      <a:pt x="382" y="347"/>
                      <a:pt x="382" y="347"/>
                      <a:pt x="382" y="347"/>
                    </a:cubicBezTo>
                    <a:cubicBezTo>
                      <a:pt x="382" y="349"/>
                      <a:pt x="382" y="349"/>
                      <a:pt x="382" y="349"/>
                    </a:cubicBezTo>
                    <a:cubicBezTo>
                      <a:pt x="379" y="349"/>
                      <a:pt x="378" y="350"/>
                      <a:pt x="376" y="351"/>
                    </a:cubicBezTo>
                    <a:cubicBezTo>
                      <a:pt x="375" y="352"/>
                      <a:pt x="374" y="354"/>
                      <a:pt x="374" y="357"/>
                    </a:cubicBezTo>
                    <a:cubicBezTo>
                      <a:pt x="372" y="382"/>
                      <a:pt x="372" y="382"/>
                      <a:pt x="372" y="382"/>
                    </a:cubicBezTo>
                    <a:cubicBezTo>
                      <a:pt x="372" y="386"/>
                      <a:pt x="371" y="389"/>
                      <a:pt x="370" y="391"/>
                    </a:cubicBezTo>
                    <a:cubicBezTo>
                      <a:pt x="369" y="393"/>
                      <a:pt x="368" y="395"/>
                      <a:pt x="367" y="396"/>
                    </a:cubicBezTo>
                    <a:cubicBezTo>
                      <a:pt x="365" y="398"/>
                      <a:pt x="362" y="400"/>
                      <a:pt x="359" y="401"/>
                    </a:cubicBezTo>
                    <a:cubicBezTo>
                      <a:pt x="355" y="402"/>
                      <a:pt x="352" y="402"/>
                      <a:pt x="348" y="402"/>
                    </a:cubicBezTo>
                    <a:cubicBezTo>
                      <a:pt x="340" y="401"/>
                      <a:pt x="335" y="399"/>
                      <a:pt x="331" y="395"/>
                    </a:cubicBezTo>
                    <a:cubicBezTo>
                      <a:pt x="328" y="391"/>
                      <a:pt x="327" y="386"/>
                      <a:pt x="327" y="379"/>
                    </a:cubicBezTo>
                    <a:cubicBezTo>
                      <a:pt x="330" y="353"/>
                      <a:pt x="330" y="353"/>
                      <a:pt x="330" y="353"/>
                    </a:cubicBezTo>
                    <a:cubicBezTo>
                      <a:pt x="330" y="350"/>
                      <a:pt x="329" y="348"/>
                      <a:pt x="328" y="347"/>
                    </a:cubicBezTo>
                    <a:cubicBezTo>
                      <a:pt x="328" y="345"/>
                      <a:pt x="326" y="344"/>
                      <a:pt x="323" y="344"/>
                    </a:cubicBezTo>
                    <a:cubicBezTo>
                      <a:pt x="323" y="342"/>
                      <a:pt x="323" y="342"/>
                      <a:pt x="323" y="342"/>
                    </a:cubicBezTo>
                    <a:cubicBezTo>
                      <a:pt x="355" y="345"/>
                      <a:pt x="355" y="345"/>
                      <a:pt x="355" y="345"/>
                    </a:cubicBezTo>
                    <a:cubicBezTo>
                      <a:pt x="355" y="347"/>
                      <a:pt x="355" y="347"/>
                      <a:pt x="355" y="347"/>
                    </a:cubicBezTo>
                    <a:cubicBezTo>
                      <a:pt x="352" y="347"/>
                      <a:pt x="350" y="347"/>
                      <a:pt x="349" y="348"/>
                    </a:cubicBezTo>
                    <a:cubicBezTo>
                      <a:pt x="348" y="350"/>
                      <a:pt x="347" y="351"/>
                      <a:pt x="347" y="354"/>
                    </a:cubicBezTo>
                    <a:cubicBezTo>
                      <a:pt x="344" y="385"/>
                      <a:pt x="344" y="385"/>
                      <a:pt x="344" y="385"/>
                    </a:cubicBezTo>
                    <a:cubicBezTo>
                      <a:pt x="344" y="389"/>
                      <a:pt x="344" y="392"/>
                      <a:pt x="346" y="394"/>
                    </a:cubicBezTo>
                    <a:cubicBezTo>
                      <a:pt x="347" y="396"/>
                      <a:pt x="350" y="397"/>
                      <a:pt x="354" y="398"/>
                    </a:cubicBezTo>
                    <a:cubicBezTo>
                      <a:pt x="358" y="398"/>
                      <a:pt x="361" y="397"/>
                      <a:pt x="364" y="394"/>
                    </a:cubicBezTo>
                    <a:cubicBezTo>
                      <a:pt x="366" y="392"/>
                      <a:pt x="368" y="387"/>
                      <a:pt x="368" y="382"/>
                    </a:cubicBezTo>
                    <a:close/>
                    <a:moveTo>
                      <a:pt x="399" y="357"/>
                    </a:moveTo>
                    <a:cubicBezTo>
                      <a:pt x="399" y="357"/>
                      <a:pt x="399" y="357"/>
                      <a:pt x="399" y="357"/>
                    </a:cubicBezTo>
                    <a:cubicBezTo>
                      <a:pt x="398" y="354"/>
                      <a:pt x="397" y="352"/>
                      <a:pt x="396" y="351"/>
                    </a:cubicBezTo>
                    <a:cubicBezTo>
                      <a:pt x="395" y="350"/>
                      <a:pt x="393" y="350"/>
                      <a:pt x="390" y="350"/>
                    </a:cubicBezTo>
                    <a:cubicBezTo>
                      <a:pt x="390" y="348"/>
                      <a:pt x="390" y="348"/>
                      <a:pt x="390" y="348"/>
                    </a:cubicBezTo>
                    <a:cubicBezTo>
                      <a:pt x="413" y="345"/>
                      <a:pt x="413" y="345"/>
                      <a:pt x="413" y="345"/>
                    </a:cubicBezTo>
                    <a:cubicBezTo>
                      <a:pt x="444" y="373"/>
                      <a:pt x="444" y="373"/>
                      <a:pt x="444" y="373"/>
                    </a:cubicBezTo>
                    <a:cubicBezTo>
                      <a:pt x="441" y="351"/>
                      <a:pt x="441" y="351"/>
                      <a:pt x="441" y="351"/>
                    </a:cubicBezTo>
                    <a:cubicBezTo>
                      <a:pt x="440" y="348"/>
                      <a:pt x="440" y="346"/>
                      <a:pt x="438" y="345"/>
                    </a:cubicBezTo>
                    <a:cubicBezTo>
                      <a:pt x="437" y="344"/>
                      <a:pt x="435" y="344"/>
                      <a:pt x="433" y="344"/>
                    </a:cubicBezTo>
                    <a:cubicBezTo>
                      <a:pt x="432" y="342"/>
                      <a:pt x="432" y="342"/>
                      <a:pt x="432" y="342"/>
                    </a:cubicBezTo>
                    <a:cubicBezTo>
                      <a:pt x="450" y="339"/>
                      <a:pt x="450" y="339"/>
                      <a:pt x="450" y="339"/>
                    </a:cubicBezTo>
                    <a:cubicBezTo>
                      <a:pt x="450" y="341"/>
                      <a:pt x="450" y="341"/>
                      <a:pt x="450" y="341"/>
                    </a:cubicBezTo>
                    <a:cubicBezTo>
                      <a:pt x="448" y="342"/>
                      <a:pt x="446" y="343"/>
                      <a:pt x="445" y="344"/>
                    </a:cubicBezTo>
                    <a:cubicBezTo>
                      <a:pt x="444" y="346"/>
                      <a:pt x="444" y="348"/>
                      <a:pt x="444" y="350"/>
                    </a:cubicBezTo>
                    <a:cubicBezTo>
                      <a:pt x="451" y="396"/>
                      <a:pt x="451" y="396"/>
                      <a:pt x="451" y="396"/>
                    </a:cubicBezTo>
                    <a:cubicBezTo>
                      <a:pt x="445" y="397"/>
                      <a:pt x="445" y="397"/>
                      <a:pt x="445" y="397"/>
                    </a:cubicBezTo>
                    <a:cubicBezTo>
                      <a:pt x="403" y="358"/>
                      <a:pt x="403" y="358"/>
                      <a:pt x="403" y="358"/>
                    </a:cubicBezTo>
                    <a:cubicBezTo>
                      <a:pt x="407" y="392"/>
                      <a:pt x="407" y="392"/>
                      <a:pt x="407" y="392"/>
                    </a:cubicBezTo>
                    <a:cubicBezTo>
                      <a:pt x="408" y="394"/>
                      <a:pt x="409" y="396"/>
                      <a:pt x="410" y="397"/>
                    </a:cubicBezTo>
                    <a:cubicBezTo>
                      <a:pt x="411" y="398"/>
                      <a:pt x="413" y="399"/>
                      <a:pt x="416" y="399"/>
                    </a:cubicBezTo>
                    <a:cubicBezTo>
                      <a:pt x="416" y="401"/>
                      <a:pt x="416" y="401"/>
                      <a:pt x="416" y="401"/>
                    </a:cubicBezTo>
                    <a:cubicBezTo>
                      <a:pt x="398" y="403"/>
                      <a:pt x="398" y="403"/>
                      <a:pt x="398" y="403"/>
                    </a:cubicBezTo>
                    <a:cubicBezTo>
                      <a:pt x="398" y="401"/>
                      <a:pt x="398" y="401"/>
                      <a:pt x="398" y="401"/>
                    </a:cubicBezTo>
                    <a:cubicBezTo>
                      <a:pt x="400" y="401"/>
                      <a:pt x="402" y="400"/>
                      <a:pt x="403" y="398"/>
                    </a:cubicBezTo>
                    <a:cubicBezTo>
                      <a:pt x="404" y="397"/>
                      <a:pt x="404" y="395"/>
                      <a:pt x="404" y="392"/>
                    </a:cubicBezTo>
                    <a:cubicBezTo>
                      <a:pt x="399" y="357"/>
                      <a:pt x="399" y="357"/>
                      <a:pt x="399" y="357"/>
                    </a:cubicBezTo>
                    <a:close/>
                    <a:moveTo>
                      <a:pt x="499" y="374"/>
                    </a:moveTo>
                    <a:cubicBezTo>
                      <a:pt x="499" y="374"/>
                      <a:pt x="499" y="374"/>
                      <a:pt x="499" y="374"/>
                    </a:cubicBezTo>
                    <a:cubicBezTo>
                      <a:pt x="500" y="377"/>
                      <a:pt x="501" y="379"/>
                      <a:pt x="502" y="379"/>
                    </a:cubicBezTo>
                    <a:cubicBezTo>
                      <a:pt x="504" y="380"/>
                      <a:pt x="506" y="380"/>
                      <a:pt x="508" y="380"/>
                    </a:cubicBezTo>
                    <a:cubicBezTo>
                      <a:pt x="509" y="382"/>
                      <a:pt x="509" y="382"/>
                      <a:pt x="509" y="382"/>
                    </a:cubicBezTo>
                    <a:cubicBezTo>
                      <a:pt x="478" y="391"/>
                      <a:pt x="478" y="391"/>
                      <a:pt x="478" y="391"/>
                    </a:cubicBezTo>
                    <a:cubicBezTo>
                      <a:pt x="478" y="389"/>
                      <a:pt x="478" y="389"/>
                      <a:pt x="478" y="389"/>
                    </a:cubicBezTo>
                    <a:cubicBezTo>
                      <a:pt x="480" y="388"/>
                      <a:pt x="482" y="387"/>
                      <a:pt x="482" y="385"/>
                    </a:cubicBezTo>
                    <a:cubicBezTo>
                      <a:pt x="483" y="384"/>
                      <a:pt x="483" y="382"/>
                      <a:pt x="482" y="379"/>
                    </a:cubicBezTo>
                    <a:cubicBezTo>
                      <a:pt x="473" y="345"/>
                      <a:pt x="473" y="345"/>
                      <a:pt x="473" y="345"/>
                    </a:cubicBezTo>
                    <a:cubicBezTo>
                      <a:pt x="472" y="342"/>
                      <a:pt x="471" y="340"/>
                      <a:pt x="469" y="339"/>
                    </a:cubicBezTo>
                    <a:cubicBezTo>
                      <a:pt x="468" y="338"/>
                      <a:pt x="466" y="338"/>
                      <a:pt x="463" y="339"/>
                    </a:cubicBezTo>
                    <a:cubicBezTo>
                      <a:pt x="463" y="337"/>
                      <a:pt x="463" y="337"/>
                      <a:pt x="463" y="337"/>
                    </a:cubicBezTo>
                    <a:cubicBezTo>
                      <a:pt x="493" y="328"/>
                      <a:pt x="493" y="328"/>
                      <a:pt x="493" y="328"/>
                    </a:cubicBezTo>
                    <a:cubicBezTo>
                      <a:pt x="494" y="330"/>
                      <a:pt x="494" y="330"/>
                      <a:pt x="494" y="330"/>
                    </a:cubicBezTo>
                    <a:cubicBezTo>
                      <a:pt x="491" y="331"/>
                      <a:pt x="490" y="332"/>
                      <a:pt x="489" y="334"/>
                    </a:cubicBezTo>
                    <a:cubicBezTo>
                      <a:pt x="488" y="335"/>
                      <a:pt x="488" y="337"/>
                      <a:pt x="489" y="340"/>
                    </a:cubicBezTo>
                    <a:cubicBezTo>
                      <a:pt x="499" y="374"/>
                      <a:pt x="499" y="374"/>
                      <a:pt x="499" y="374"/>
                    </a:cubicBezTo>
                    <a:close/>
                    <a:moveTo>
                      <a:pt x="550" y="366"/>
                    </a:moveTo>
                    <a:cubicBezTo>
                      <a:pt x="550" y="366"/>
                      <a:pt x="550" y="366"/>
                      <a:pt x="550" y="366"/>
                    </a:cubicBezTo>
                    <a:cubicBezTo>
                      <a:pt x="554" y="364"/>
                      <a:pt x="554" y="364"/>
                      <a:pt x="554" y="364"/>
                    </a:cubicBezTo>
                    <a:cubicBezTo>
                      <a:pt x="549" y="311"/>
                      <a:pt x="549" y="311"/>
                      <a:pt x="549" y="311"/>
                    </a:cubicBezTo>
                    <a:cubicBezTo>
                      <a:pt x="548" y="309"/>
                      <a:pt x="549" y="307"/>
                      <a:pt x="549" y="306"/>
                    </a:cubicBezTo>
                    <a:cubicBezTo>
                      <a:pt x="550" y="304"/>
                      <a:pt x="551" y="303"/>
                      <a:pt x="552" y="302"/>
                    </a:cubicBezTo>
                    <a:cubicBezTo>
                      <a:pt x="551" y="301"/>
                      <a:pt x="551" y="301"/>
                      <a:pt x="551" y="301"/>
                    </a:cubicBezTo>
                    <a:cubicBezTo>
                      <a:pt x="536" y="308"/>
                      <a:pt x="536" y="308"/>
                      <a:pt x="536" y="308"/>
                    </a:cubicBezTo>
                    <a:cubicBezTo>
                      <a:pt x="537" y="310"/>
                      <a:pt x="537" y="310"/>
                      <a:pt x="537" y="310"/>
                    </a:cubicBezTo>
                    <a:cubicBezTo>
                      <a:pt x="539" y="309"/>
                      <a:pt x="540" y="309"/>
                      <a:pt x="542" y="309"/>
                    </a:cubicBezTo>
                    <a:cubicBezTo>
                      <a:pt x="543" y="309"/>
                      <a:pt x="544" y="310"/>
                      <a:pt x="544" y="311"/>
                    </a:cubicBezTo>
                    <a:cubicBezTo>
                      <a:pt x="544" y="311"/>
                      <a:pt x="544" y="311"/>
                      <a:pt x="545" y="312"/>
                    </a:cubicBezTo>
                    <a:cubicBezTo>
                      <a:pt x="545" y="312"/>
                      <a:pt x="545" y="313"/>
                      <a:pt x="545" y="314"/>
                    </a:cubicBezTo>
                    <a:cubicBezTo>
                      <a:pt x="548" y="342"/>
                      <a:pt x="548" y="342"/>
                      <a:pt x="548" y="342"/>
                    </a:cubicBezTo>
                    <a:cubicBezTo>
                      <a:pt x="525" y="323"/>
                      <a:pt x="525" y="323"/>
                      <a:pt x="525" y="323"/>
                    </a:cubicBezTo>
                    <a:cubicBezTo>
                      <a:pt x="524" y="322"/>
                      <a:pt x="524" y="322"/>
                      <a:pt x="524" y="322"/>
                    </a:cubicBezTo>
                    <a:cubicBezTo>
                      <a:pt x="524" y="321"/>
                      <a:pt x="523" y="321"/>
                      <a:pt x="523" y="321"/>
                    </a:cubicBezTo>
                    <a:cubicBezTo>
                      <a:pt x="523" y="320"/>
                      <a:pt x="523" y="319"/>
                      <a:pt x="523" y="318"/>
                    </a:cubicBezTo>
                    <a:cubicBezTo>
                      <a:pt x="524" y="318"/>
                      <a:pt x="525" y="317"/>
                      <a:pt x="526" y="316"/>
                    </a:cubicBezTo>
                    <a:cubicBezTo>
                      <a:pt x="527" y="316"/>
                      <a:pt x="527" y="316"/>
                      <a:pt x="527" y="316"/>
                    </a:cubicBezTo>
                    <a:cubicBezTo>
                      <a:pt x="526" y="314"/>
                      <a:pt x="526" y="314"/>
                      <a:pt x="526" y="314"/>
                    </a:cubicBezTo>
                    <a:cubicBezTo>
                      <a:pt x="500" y="328"/>
                      <a:pt x="500" y="328"/>
                      <a:pt x="500" y="328"/>
                    </a:cubicBezTo>
                    <a:cubicBezTo>
                      <a:pt x="501" y="329"/>
                      <a:pt x="501" y="329"/>
                      <a:pt x="501" y="329"/>
                    </a:cubicBezTo>
                    <a:cubicBezTo>
                      <a:pt x="503" y="329"/>
                      <a:pt x="504" y="328"/>
                      <a:pt x="505" y="329"/>
                    </a:cubicBezTo>
                    <a:cubicBezTo>
                      <a:pt x="506" y="329"/>
                      <a:pt x="508" y="330"/>
                      <a:pt x="510" y="332"/>
                    </a:cubicBezTo>
                    <a:cubicBezTo>
                      <a:pt x="550" y="366"/>
                      <a:pt x="550" y="366"/>
                      <a:pt x="550" y="366"/>
                    </a:cubicBezTo>
                    <a:close/>
                    <a:moveTo>
                      <a:pt x="593" y="342"/>
                    </a:moveTo>
                    <a:cubicBezTo>
                      <a:pt x="593" y="342"/>
                      <a:pt x="593" y="342"/>
                      <a:pt x="593" y="342"/>
                    </a:cubicBezTo>
                    <a:cubicBezTo>
                      <a:pt x="591" y="341"/>
                      <a:pt x="591" y="341"/>
                      <a:pt x="591" y="341"/>
                    </a:cubicBezTo>
                    <a:cubicBezTo>
                      <a:pt x="593" y="339"/>
                      <a:pt x="594" y="337"/>
                      <a:pt x="594" y="336"/>
                    </a:cubicBezTo>
                    <a:cubicBezTo>
                      <a:pt x="595" y="334"/>
                      <a:pt x="594" y="332"/>
                      <a:pt x="592" y="330"/>
                    </a:cubicBezTo>
                    <a:cubicBezTo>
                      <a:pt x="570" y="302"/>
                      <a:pt x="570" y="302"/>
                      <a:pt x="570" y="302"/>
                    </a:cubicBezTo>
                    <a:cubicBezTo>
                      <a:pt x="568" y="300"/>
                      <a:pt x="566" y="299"/>
                      <a:pt x="564" y="299"/>
                    </a:cubicBezTo>
                    <a:cubicBezTo>
                      <a:pt x="563" y="298"/>
                      <a:pt x="561" y="299"/>
                      <a:pt x="559" y="301"/>
                    </a:cubicBezTo>
                    <a:cubicBezTo>
                      <a:pt x="558" y="299"/>
                      <a:pt x="558" y="299"/>
                      <a:pt x="558" y="299"/>
                    </a:cubicBezTo>
                    <a:cubicBezTo>
                      <a:pt x="596" y="268"/>
                      <a:pt x="596" y="268"/>
                      <a:pt x="596" y="268"/>
                    </a:cubicBezTo>
                    <a:cubicBezTo>
                      <a:pt x="605" y="280"/>
                      <a:pt x="605" y="280"/>
                      <a:pt x="605" y="280"/>
                    </a:cubicBezTo>
                    <a:cubicBezTo>
                      <a:pt x="604" y="281"/>
                      <a:pt x="604" y="281"/>
                      <a:pt x="604" y="281"/>
                    </a:cubicBezTo>
                    <a:cubicBezTo>
                      <a:pt x="600" y="278"/>
                      <a:pt x="598" y="277"/>
                      <a:pt x="595" y="277"/>
                    </a:cubicBezTo>
                    <a:cubicBezTo>
                      <a:pt x="592" y="277"/>
                      <a:pt x="589" y="278"/>
                      <a:pt x="585" y="281"/>
                    </a:cubicBezTo>
                    <a:cubicBezTo>
                      <a:pt x="579" y="286"/>
                      <a:pt x="579" y="286"/>
                      <a:pt x="579" y="286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3" y="303"/>
                      <a:pt x="593" y="303"/>
                      <a:pt x="593" y="303"/>
                    </a:cubicBezTo>
                    <a:cubicBezTo>
                      <a:pt x="596" y="301"/>
                      <a:pt x="597" y="299"/>
                      <a:pt x="597" y="296"/>
                    </a:cubicBezTo>
                    <a:cubicBezTo>
                      <a:pt x="597" y="294"/>
                      <a:pt x="596" y="291"/>
                      <a:pt x="594" y="288"/>
                    </a:cubicBezTo>
                    <a:cubicBezTo>
                      <a:pt x="595" y="286"/>
                      <a:pt x="595" y="286"/>
                      <a:pt x="595" y="286"/>
                    </a:cubicBezTo>
                    <a:cubicBezTo>
                      <a:pt x="612" y="307"/>
                      <a:pt x="612" y="307"/>
                      <a:pt x="612" y="307"/>
                    </a:cubicBezTo>
                    <a:cubicBezTo>
                      <a:pt x="610" y="309"/>
                      <a:pt x="610" y="309"/>
                      <a:pt x="610" y="309"/>
                    </a:cubicBezTo>
                    <a:cubicBezTo>
                      <a:pt x="608" y="306"/>
                      <a:pt x="605" y="304"/>
                      <a:pt x="603" y="303"/>
                    </a:cubicBezTo>
                    <a:cubicBezTo>
                      <a:pt x="600" y="303"/>
                      <a:pt x="598" y="304"/>
                      <a:pt x="595" y="306"/>
                    </a:cubicBezTo>
                    <a:cubicBezTo>
                      <a:pt x="595" y="306"/>
                      <a:pt x="595" y="306"/>
                      <a:pt x="595" y="306"/>
                    </a:cubicBezTo>
                    <a:cubicBezTo>
                      <a:pt x="606" y="320"/>
                      <a:pt x="606" y="320"/>
                      <a:pt x="606" y="320"/>
                    </a:cubicBezTo>
                    <a:cubicBezTo>
                      <a:pt x="607" y="322"/>
                      <a:pt x="609" y="323"/>
                      <a:pt x="610" y="323"/>
                    </a:cubicBezTo>
                    <a:cubicBezTo>
                      <a:pt x="611" y="323"/>
                      <a:pt x="613" y="322"/>
                      <a:pt x="615" y="319"/>
                    </a:cubicBezTo>
                    <a:cubicBezTo>
                      <a:pt x="619" y="316"/>
                      <a:pt x="622" y="313"/>
                      <a:pt x="622" y="309"/>
                    </a:cubicBezTo>
                    <a:cubicBezTo>
                      <a:pt x="623" y="306"/>
                      <a:pt x="623" y="302"/>
                      <a:pt x="620" y="297"/>
                    </a:cubicBezTo>
                    <a:cubicBezTo>
                      <a:pt x="622" y="296"/>
                      <a:pt x="622" y="296"/>
                      <a:pt x="622" y="296"/>
                    </a:cubicBezTo>
                    <a:cubicBezTo>
                      <a:pt x="631" y="312"/>
                      <a:pt x="631" y="312"/>
                      <a:pt x="631" y="312"/>
                    </a:cubicBezTo>
                    <a:cubicBezTo>
                      <a:pt x="593" y="342"/>
                      <a:pt x="593" y="342"/>
                      <a:pt x="593" y="342"/>
                    </a:cubicBezTo>
                    <a:close/>
                    <a:moveTo>
                      <a:pt x="645" y="259"/>
                    </a:moveTo>
                    <a:cubicBezTo>
                      <a:pt x="645" y="259"/>
                      <a:pt x="645" y="259"/>
                      <a:pt x="645" y="259"/>
                    </a:cubicBezTo>
                    <a:cubicBezTo>
                      <a:pt x="645" y="258"/>
                      <a:pt x="645" y="258"/>
                      <a:pt x="645" y="258"/>
                    </a:cubicBezTo>
                    <a:cubicBezTo>
                      <a:pt x="647" y="255"/>
                      <a:pt x="648" y="253"/>
                      <a:pt x="648" y="250"/>
                    </a:cubicBezTo>
                    <a:cubicBezTo>
                      <a:pt x="648" y="248"/>
                      <a:pt x="646" y="245"/>
                      <a:pt x="643" y="243"/>
                    </a:cubicBezTo>
                    <a:cubicBezTo>
                      <a:pt x="640" y="240"/>
                      <a:pt x="637" y="239"/>
                      <a:pt x="634" y="239"/>
                    </a:cubicBezTo>
                    <a:cubicBezTo>
                      <a:pt x="632" y="239"/>
                      <a:pt x="629" y="240"/>
                      <a:pt x="626" y="244"/>
                    </a:cubicBezTo>
                    <a:cubicBezTo>
                      <a:pt x="645" y="259"/>
                      <a:pt x="645" y="259"/>
                      <a:pt x="645" y="259"/>
                    </a:cubicBezTo>
                    <a:close/>
                    <a:moveTo>
                      <a:pt x="659" y="271"/>
                    </a:moveTo>
                    <a:cubicBezTo>
                      <a:pt x="659" y="271"/>
                      <a:pt x="659" y="271"/>
                      <a:pt x="659" y="271"/>
                    </a:cubicBezTo>
                    <a:cubicBezTo>
                      <a:pt x="647" y="261"/>
                      <a:pt x="647" y="261"/>
                      <a:pt x="647" y="261"/>
                    </a:cubicBezTo>
                    <a:cubicBezTo>
                      <a:pt x="648" y="260"/>
                      <a:pt x="648" y="260"/>
                      <a:pt x="648" y="260"/>
                    </a:cubicBezTo>
                    <a:cubicBezTo>
                      <a:pt x="677" y="265"/>
                      <a:pt x="677" y="265"/>
                      <a:pt x="677" y="265"/>
                    </a:cubicBezTo>
                    <a:cubicBezTo>
                      <a:pt x="690" y="250"/>
                      <a:pt x="690" y="250"/>
                      <a:pt x="690" y="250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688" y="249"/>
                      <a:pt x="686" y="250"/>
                      <a:pt x="685" y="250"/>
                    </a:cubicBezTo>
                    <a:cubicBezTo>
                      <a:pt x="684" y="251"/>
                      <a:pt x="682" y="250"/>
                      <a:pt x="680" y="250"/>
                    </a:cubicBezTo>
                    <a:cubicBezTo>
                      <a:pt x="658" y="246"/>
                      <a:pt x="658" y="246"/>
                      <a:pt x="658" y="246"/>
                    </a:cubicBezTo>
                    <a:cubicBezTo>
                      <a:pt x="659" y="243"/>
                      <a:pt x="660" y="240"/>
                      <a:pt x="659" y="236"/>
                    </a:cubicBezTo>
                    <a:cubicBezTo>
                      <a:pt x="659" y="233"/>
                      <a:pt x="657" y="231"/>
                      <a:pt x="654" y="229"/>
                    </a:cubicBezTo>
                    <a:cubicBezTo>
                      <a:pt x="651" y="226"/>
                      <a:pt x="647" y="225"/>
                      <a:pt x="642" y="226"/>
                    </a:cubicBezTo>
                    <a:cubicBezTo>
                      <a:pt x="638" y="227"/>
                      <a:pt x="633" y="231"/>
                      <a:pt x="628" y="237"/>
                    </a:cubicBezTo>
                    <a:cubicBezTo>
                      <a:pt x="608" y="260"/>
                      <a:pt x="608" y="260"/>
                      <a:pt x="608" y="260"/>
                    </a:cubicBezTo>
                    <a:cubicBezTo>
                      <a:pt x="610" y="262"/>
                      <a:pt x="610" y="262"/>
                      <a:pt x="610" y="262"/>
                    </a:cubicBezTo>
                    <a:cubicBezTo>
                      <a:pt x="612" y="260"/>
                      <a:pt x="613" y="259"/>
                      <a:pt x="615" y="259"/>
                    </a:cubicBezTo>
                    <a:cubicBezTo>
                      <a:pt x="617" y="259"/>
                      <a:pt x="618" y="260"/>
                      <a:pt x="621" y="261"/>
                    </a:cubicBezTo>
                    <a:cubicBezTo>
                      <a:pt x="648" y="284"/>
                      <a:pt x="648" y="284"/>
                      <a:pt x="648" y="284"/>
                    </a:cubicBezTo>
                    <a:cubicBezTo>
                      <a:pt x="650" y="286"/>
                      <a:pt x="651" y="288"/>
                      <a:pt x="651" y="289"/>
                    </a:cubicBezTo>
                    <a:cubicBezTo>
                      <a:pt x="652" y="291"/>
                      <a:pt x="651" y="293"/>
                      <a:pt x="649" y="295"/>
                    </a:cubicBezTo>
                    <a:cubicBezTo>
                      <a:pt x="651" y="296"/>
                      <a:pt x="651" y="296"/>
                      <a:pt x="651" y="296"/>
                    </a:cubicBezTo>
                    <a:cubicBezTo>
                      <a:pt x="672" y="272"/>
                      <a:pt x="672" y="272"/>
                      <a:pt x="672" y="272"/>
                    </a:cubicBezTo>
                    <a:cubicBezTo>
                      <a:pt x="670" y="270"/>
                      <a:pt x="670" y="270"/>
                      <a:pt x="670" y="270"/>
                    </a:cubicBezTo>
                    <a:cubicBezTo>
                      <a:pt x="668" y="272"/>
                      <a:pt x="666" y="274"/>
                      <a:pt x="665" y="274"/>
                    </a:cubicBezTo>
                    <a:cubicBezTo>
                      <a:pt x="663" y="274"/>
                      <a:pt x="661" y="273"/>
                      <a:pt x="659" y="271"/>
                    </a:cubicBezTo>
                    <a:close/>
                    <a:moveTo>
                      <a:pt x="704" y="233"/>
                    </a:moveTo>
                    <a:cubicBezTo>
                      <a:pt x="704" y="233"/>
                      <a:pt x="704" y="233"/>
                      <a:pt x="704" y="233"/>
                    </a:cubicBezTo>
                    <a:cubicBezTo>
                      <a:pt x="687" y="224"/>
                      <a:pt x="687" y="224"/>
                      <a:pt x="687" y="224"/>
                    </a:cubicBezTo>
                    <a:cubicBezTo>
                      <a:pt x="688" y="222"/>
                      <a:pt x="688" y="222"/>
                      <a:pt x="688" y="222"/>
                    </a:cubicBezTo>
                    <a:cubicBezTo>
                      <a:pt x="692" y="223"/>
                      <a:pt x="697" y="223"/>
                      <a:pt x="701" y="222"/>
                    </a:cubicBezTo>
                    <a:cubicBezTo>
                      <a:pt x="706" y="220"/>
                      <a:pt x="709" y="217"/>
                      <a:pt x="712" y="213"/>
                    </a:cubicBezTo>
                    <a:cubicBezTo>
                      <a:pt x="713" y="210"/>
                      <a:pt x="714" y="207"/>
                      <a:pt x="714" y="205"/>
                    </a:cubicBezTo>
                    <a:cubicBezTo>
                      <a:pt x="713" y="203"/>
                      <a:pt x="712" y="201"/>
                      <a:pt x="710" y="200"/>
                    </a:cubicBezTo>
                    <a:cubicBezTo>
                      <a:pt x="707" y="198"/>
                      <a:pt x="701" y="200"/>
                      <a:pt x="693" y="206"/>
                    </a:cubicBezTo>
                    <a:cubicBezTo>
                      <a:pt x="693" y="206"/>
                      <a:pt x="693" y="206"/>
                      <a:pt x="693" y="206"/>
                    </a:cubicBezTo>
                    <a:cubicBezTo>
                      <a:pt x="693" y="207"/>
                      <a:pt x="692" y="207"/>
                      <a:pt x="691" y="208"/>
                    </a:cubicBezTo>
                    <a:cubicBezTo>
                      <a:pt x="686" y="212"/>
                      <a:pt x="681" y="215"/>
                      <a:pt x="678" y="215"/>
                    </a:cubicBezTo>
                    <a:cubicBezTo>
                      <a:pt x="676" y="215"/>
                      <a:pt x="675" y="215"/>
                      <a:pt x="673" y="215"/>
                    </a:cubicBezTo>
                    <a:cubicBezTo>
                      <a:pt x="672" y="215"/>
                      <a:pt x="670" y="214"/>
                      <a:pt x="669" y="213"/>
                    </a:cubicBezTo>
                    <a:cubicBezTo>
                      <a:pt x="664" y="211"/>
                      <a:pt x="662" y="207"/>
                      <a:pt x="661" y="202"/>
                    </a:cubicBezTo>
                    <a:cubicBezTo>
                      <a:pt x="659" y="197"/>
                      <a:pt x="660" y="192"/>
                      <a:pt x="663" y="187"/>
                    </a:cubicBezTo>
                    <a:cubicBezTo>
                      <a:pt x="665" y="184"/>
                      <a:pt x="667" y="181"/>
                      <a:pt x="670" y="179"/>
                    </a:cubicBezTo>
                    <a:cubicBezTo>
                      <a:pt x="673" y="176"/>
                      <a:pt x="674" y="175"/>
                      <a:pt x="675" y="174"/>
                    </a:cubicBezTo>
                    <a:cubicBezTo>
                      <a:pt x="675" y="174"/>
                      <a:pt x="675" y="173"/>
                      <a:pt x="675" y="172"/>
                    </a:cubicBezTo>
                    <a:cubicBezTo>
                      <a:pt x="675" y="172"/>
                      <a:pt x="674" y="171"/>
                      <a:pt x="673" y="170"/>
                    </a:cubicBezTo>
                    <a:cubicBezTo>
                      <a:pt x="674" y="168"/>
                      <a:pt x="674" y="168"/>
                      <a:pt x="674" y="168"/>
                    </a:cubicBezTo>
                    <a:cubicBezTo>
                      <a:pt x="689" y="177"/>
                      <a:pt x="689" y="177"/>
                      <a:pt x="689" y="177"/>
                    </a:cubicBezTo>
                    <a:cubicBezTo>
                      <a:pt x="688" y="179"/>
                      <a:pt x="688" y="179"/>
                      <a:pt x="688" y="179"/>
                    </a:cubicBezTo>
                    <a:cubicBezTo>
                      <a:pt x="684" y="177"/>
                      <a:pt x="680" y="177"/>
                      <a:pt x="676" y="179"/>
                    </a:cubicBezTo>
                    <a:cubicBezTo>
                      <a:pt x="672" y="180"/>
                      <a:pt x="669" y="183"/>
                      <a:pt x="667" y="187"/>
                    </a:cubicBezTo>
                    <a:cubicBezTo>
                      <a:pt x="666" y="190"/>
                      <a:pt x="665" y="192"/>
                      <a:pt x="666" y="194"/>
                    </a:cubicBezTo>
                    <a:cubicBezTo>
                      <a:pt x="666" y="196"/>
                      <a:pt x="667" y="198"/>
                      <a:pt x="669" y="199"/>
                    </a:cubicBezTo>
                    <a:cubicBezTo>
                      <a:pt x="671" y="200"/>
                      <a:pt x="676" y="198"/>
                      <a:pt x="682" y="194"/>
                    </a:cubicBezTo>
                    <a:cubicBezTo>
                      <a:pt x="682" y="193"/>
                      <a:pt x="682" y="193"/>
                      <a:pt x="682" y="193"/>
                    </a:cubicBezTo>
                    <a:cubicBezTo>
                      <a:pt x="687" y="190"/>
                      <a:pt x="690" y="187"/>
                      <a:pt x="692" y="186"/>
                    </a:cubicBezTo>
                    <a:cubicBezTo>
                      <a:pt x="694" y="185"/>
                      <a:pt x="696" y="184"/>
                      <a:pt x="697" y="184"/>
                    </a:cubicBezTo>
                    <a:cubicBezTo>
                      <a:pt x="699" y="183"/>
                      <a:pt x="702" y="183"/>
                      <a:pt x="704" y="183"/>
                    </a:cubicBezTo>
                    <a:cubicBezTo>
                      <a:pt x="706" y="184"/>
                      <a:pt x="708" y="184"/>
                      <a:pt x="710" y="185"/>
                    </a:cubicBezTo>
                    <a:cubicBezTo>
                      <a:pt x="715" y="188"/>
                      <a:pt x="718" y="192"/>
                      <a:pt x="719" y="197"/>
                    </a:cubicBezTo>
                    <a:cubicBezTo>
                      <a:pt x="720" y="202"/>
                      <a:pt x="719" y="208"/>
                      <a:pt x="716" y="213"/>
                    </a:cubicBezTo>
                    <a:cubicBezTo>
                      <a:pt x="714" y="216"/>
                      <a:pt x="711" y="219"/>
                      <a:pt x="708" y="222"/>
                    </a:cubicBezTo>
                    <a:cubicBezTo>
                      <a:pt x="705" y="225"/>
                      <a:pt x="704" y="226"/>
                      <a:pt x="704" y="227"/>
                    </a:cubicBezTo>
                    <a:cubicBezTo>
                      <a:pt x="703" y="227"/>
                      <a:pt x="703" y="228"/>
                      <a:pt x="703" y="229"/>
                    </a:cubicBezTo>
                    <a:cubicBezTo>
                      <a:pt x="704" y="230"/>
                      <a:pt x="704" y="231"/>
                      <a:pt x="705" y="231"/>
                    </a:cubicBezTo>
                    <a:cubicBezTo>
                      <a:pt x="704" y="233"/>
                      <a:pt x="704" y="233"/>
                      <a:pt x="704" y="233"/>
                    </a:cubicBezTo>
                    <a:close/>
                    <a:moveTo>
                      <a:pt x="734" y="148"/>
                    </a:moveTo>
                    <a:cubicBezTo>
                      <a:pt x="734" y="148"/>
                      <a:pt x="734" y="148"/>
                      <a:pt x="734" y="148"/>
                    </a:cubicBezTo>
                    <a:cubicBezTo>
                      <a:pt x="700" y="135"/>
                      <a:pt x="700" y="135"/>
                      <a:pt x="700" y="135"/>
                    </a:cubicBezTo>
                    <a:cubicBezTo>
                      <a:pt x="698" y="134"/>
                      <a:pt x="696" y="133"/>
                      <a:pt x="695" y="131"/>
                    </a:cubicBezTo>
                    <a:cubicBezTo>
                      <a:pt x="695" y="130"/>
                      <a:pt x="695" y="128"/>
                      <a:pt x="695" y="125"/>
                    </a:cubicBezTo>
                    <a:cubicBezTo>
                      <a:pt x="693" y="125"/>
                      <a:pt x="693" y="125"/>
                      <a:pt x="693" y="125"/>
                    </a:cubicBezTo>
                    <a:cubicBezTo>
                      <a:pt x="682" y="154"/>
                      <a:pt x="682" y="154"/>
                      <a:pt x="682" y="154"/>
                    </a:cubicBezTo>
                    <a:cubicBezTo>
                      <a:pt x="684" y="155"/>
                      <a:pt x="684" y="155"/>
                      <a:pt x="684" y="155"/>
                    </a:cubicBezTo>
                    <a:cubicBezTo>
                      <a:pt x="685" y="152"/>
                      <a:pt x="686" y="151"/>
                      <a:pt x="688" y="150"/>
                    </a:cubicBezTo>
                    <a:cubicBezTo>
                      <a:pt x="689" y="150"/>
                      <a:pt x="691" y="150"/>
                      <a:pt x="694" y="151"/>
                    </a:cubicBezTo>
                    <a:cubicBezTo>
                      <a:pt x="727" y="164"/>
                      <a:pt x="727" y="164"/>
                      <a:pt x="727" y="164"/>
                    </a:cubicBezTo>
                    <a:cubicBezTo>
                      <a:pt x="730" y="165"/>
                      <a:pt x="732" y="166"/>
                      <a:pt x="732" y="168"/>
                    </a:cubicBezTo>
                    <a:cubicBezTo>
                      <a:pt x="733" y="169"/>
                      <a:pt x="733" y="171"/>
                      <a:pt x="732" y="173"/>
                    </a:cubicBezTo>
                    <a:cubicBezTo>
                      <a:pt x="734" y="174"/>
                      <a:pt x="734" y="174"/>
                      <a:pt x="734" y="174"/>
                    </a:cubicBezTo>
                    <a:cubicBezTo>
                      <a:pt x="746" y="145"/>
                      <a:pt x="746" y="145"/>
                      <a:pt x="746" y="145"/>
                    </a:cubicBezTo>
                    <a:cubicBezTo>
                      <a:pt x="744" y="144"/>
                      <a:pt x="744" y="144"/>
                      <a:pt x="744" y="144"/>
                    </a:cubicBezTo>
                    <a:cubicBezTo>
                      <a:pt x="743" y="146"/>
                      <a:pt x="741" y="148"/>
                      <a:pt x="740" y="148"/>
                    </a:cubicBezTo>
                    <a:cubicBezTo>
                      <a:pt x="738" y="149"/>
                      <a:pt x="736" y="149"/>
                      <a:pt x="734" y="148"/>
                    </a:cubicBezTo>
                    <a:close/>
                    <a:moveTo>
                      <a:pt x="710" y="62"/>
                    </a:moveTo>
                    <a:cubicBezTo>
                      <a:pt x="710" y="62"/>
                      <a:pt x="710" y="62"/>
                      <a:pt x="710" y="62"/>
                    </a:cubicBezTo>
                    <a:cubicBezTo>
                      <a:pt x="724" y="65"/>
                      <a:pt x="724" y="65"/>
                      <a:pt x="724" y="65"/>
                    </a:cubicBezTo>
                    <a:cubicBezTo>
                      <a:pt x="724" y="67"/>
                      <a:pt x="724" y="67"/>
                      <a:pt x="724" y="67"/>
                    </a:cubicBezTo>
                    <a:cubicBezTo>
                      <a:pt x="720" y="67"/>
                      <a:pt x="717" y="67"/>
                      <a:pt x="715" y="69"/>
                    </a:cubicBezTo>
                    <a:cubicBezTo>
                      <a:pt x="713" y="70"/>
                      <a:pt x="711" y="73"/>
                      <a:pt x="710" y="76"/>
                    </a:cubicBezTo>
                    <a:cubicBezTo>
                      <a:pt x="710" y="80"/>
                      <a:pt x="710" y="80"/>
                      <a:pt x="710" y="80"/>
                    </a:cubicBezTo>
                    <a:cubicBezTo>
                      <a:pt x="751" y="89"/>
                      <a:pt x="751" y="89"/>
                      <a:pt x="751" y="89"/>
                    </a:cubicBezTo>
                    <a:cubicBezTo>
                      <a:pt x="753" y="90"/>
                      <a:pt x="755" y="90"/>
                      <a:pt x="757" y="89"/>
                    </a:cubicBezTo>
                    <a:cubicBezTo>
                      <a:pt x="758" y="88"/>
                      <a:pt x="759" y="87"/>
                      <a:pt x="760" y="84"/>
                    </a:cubicBezTo>
                    <a:cubicBezTo>
                      <a:pt x="762" y="84"/>
                      <a:pt x="762" y="84"/>
                      <a:pt x="762" y="84"/>
                    </a:cubicBezTo>
                    <a:cubicBezTo>
                      <a:pt x="755" y="115"/>
                      <a:pt x="755" y="115"/>
                      <a:pt x="755" y="115"/>
                    </a:cubicBezTo>
                    <a:cubicBezTo>
                      <a:pt x="753" y="115"/>
                      <a:pt x="753" y="115"/>
                      <a:pt x="753" y="115"/>
                    </a:cubicBezTo>
                    <a:cubicBezTo>
                      <a:pt x="753" y="112"/>
                      <a:pt x="753" y="110"/>
                      <a:pt x="752" y="109"/>
                    </a:cubicBezTo>
                    <a:cubicBezTo>
                      <a:pt x="751" y="108"/>
                      <a:pt x="749" y="107"/>
                      <a:pt x="747" y="106"/>
                    </a:cubicBezTo>
                    <a:cubicBezTo>
                      <a:pt x="706" y="97"/>
                      <a:pt x="706" y="97"/>
                      <a:pt x="706" y="97"/>
                    </a:cubicBezTo>
                    <a:cubicBezTo>
                      <a:pt x="705" y="100"/>
                      <a:pt x="705" y="100"/>
                      <a:pt x="705" y="100"/>
                    </a:cubicBezTo>
                    <a:cubicBezTo>
                      <a:pt x="704" y="104"/>
                      <a:pt x="704" y="107"/>
                      <a:pt x="705" y="109"/>
                    </a:cubicBezTo>
                    <a:cubicBezTo>
                      <a:pt x="707" y="111"/>
                      <a:pt x="709" y="112"/>
                      <a:pt x="713" y="114"/>
                    </a:cubicBezTo>
                    <a:cubicBezTo>
                      <a:pt x="712" y="116"/>
                      <a:pt x="712" y="116"/>
                      <a:pt x="712" y="116"/>
                    </a:cubicBezTo>
                    <a:cubicBezTo>
                      <a:pt x="698" y="112"/>
                      <a:pt x="698" y="112"/>
                      <a:pt x="698" y="112"/>
                    </a:cubicBezTo>
                    <a:cubicBezTo>
                      <a:pt x="710" y="62"/>
                      <a:pt x="710" y="62"/>
                      <a:pt x="710" y="62"/>
                    </a:cubicBezTo>
                    <a:close/>
                    <a:moveTo>
                      <a:pt x="740" y="19"/>
                    </a:moveTo>
                    <a:cubicBezTo>
                      <a:pt x="740" y="19"/>
                      <a:pt x="740" y="19"/>
                      <a:pt x="740" y="19"/>
                    </a:cubicBezTo>
                    <a:cubicBezTo>
                      <a:pt x="756" y="19"/>
                      <a:pt x="756" y="19"/>
                      <a:pt x="756" y="19"/>
                    </a:cubicBezTo>
                    <a:cubicBezTo>
                      <a:pt x="759" y="19"/>
                      <a:pt x="761" y="19"/>
                      <a:pt x="763" y="18"/>
                    </a:cubicBezTo>
                    <a:cubicBezTo>
                      <a:pt x="764" y="17"/>
                      <a:pt x="764" y="15"/>
                      <a:pt x="765" y="12"/>
                    </a:cubicBezTo>
                    <a:cubicBezTo>
                      <a:pt x="767" y="12"/>
                      <a:pt x="767" y="12"/>
                      <a:pt x="767" y="12"/>
                    </a:cubicBezTo>
                    <a:cubicBezTo>
                      <a:pt x="766" y="44"/>
                      <a:pt x="766" y="44"/>
                      <a:pt x="766" y="44"/>
                    </a:cubicBezTo>
                    <a:cubicBezTo>
                      <a:pt x="764" y="44"/>
                      <a:pt x="764" y="44"/>
                      <a:pt x="764" y="44"/>
                    </a:cubicBezTo>
                    <a:cubicBezTo>
                      <a:pt x="764" y="41"/>
                      <a:pt x="763" y="39"/>
                      <a:pt x="762" y="38"/>
                    </a:cubicBezTo>
                    <a:cubicBezTo>
                      <a:pt x="761" y="37"/>
                      <a:pt x="759" y="37"/>
                      <a:pt x="756" y="37"/>
                    </a:cubicBezTo>
                    <a:cubicBezTo>
                      <a:pt x="743" y="36"/>
                      <a:pt x="743" y="36"/>
                      <a:pt x="743" y="36"/>
                    </a:cubicBezTo>
                    <a:cubicBezTo>
                      <a:pt x="718" y="50"/>
                      <a:pt x="718" y="50"/>
                      <a:pt x="718" y="50"/>
                    </a:cubicBezTo>
                    <a:cubicBezTo>
                      <a:pt x="716" y="51"/>
                      <a:pt x="714" y="52"/>
                      <a:pt x="713" y="53"/>
                    </a:cubicBezTo>
                    <a:cubicBezTo>
                      <a:pt x="713" y="55"/>
                      <a:pt x="712" y="56"/>
                      <a:pt x="712" y="57"/>
                    </a:cubicBezTo>
                    <a:cubicBezTo>
                      <a:pt x="710" y="57"/>
                      <a:pt x="710" y="57"/>
                      <a:pt x="710" y="57"/>
                    </a:cubicBezTo>
                    <a:cubicBezTo>
                      <a:pt x="711" y="28"/>
                      <a:pt x="711" y="28"/>
                      <a:pt x="711" y="28"/>
                    </a:cubicBezTo>
                    <a:cubicBezTo>
                      <a:pt x="713" y="28"/>
                      <a:pt x="713" y="28"/>
                      <a:pt x="713" y="28"/>
                    </a:cubicBezTo>
                    <a:cubicBezTo>
                      <a:pt x="713" y="30"/>
                      <a:pt x="713" y="31"/>
                      <a:pt x="713" y="31"/>
                    </a:cubicBezTo>
                    <a:cubicBezTo>
                      <a:pt x="714" y="32"/>
                      <a:pt x="714" y="32"/>
                      <a:pt x="715" y="32"/>
                    </a:cubicBezTo>
                    <a:cubicBezTo>
                      <a:pt x="715" y="32"/>
                      <a:pt x="716" y="32"/>
                      <a:pt x="716" y="32"/>
                    </a:cubicBezTo>
                    <a:cubicBezTo>
                      <a:pt x="716" y="32"/>
                      <a:pt x="717" y="32"/>
                      <a:pt x="717" y="32"/>
                    </a:cubicBezTo>
                    <a:cubicBezTo>
                      <a:pt x="737" y="21"/>
                      <a:pt x="737" y="21"/>
                      <a:pt x="737" y="21"/>
                    </a:cubicBezTo>
                    <a:cubicBezTo>
                      <a:pt x="719" y="11"/>
                      <a:pt x="719" y="11"/>
                      <a:pt x="719" y="11"/>
                    </a:cubicBezTo>
                    <a:cubicBezTo>
                      <a:pt x="718" y="11"/>
                      <a:pt x="718" y="11"/>
                      <a:pt x="717" y="11"/>
                    </a:cubicBezTo>
                    <a:cubicBezTo>
                      <a:pt x="717" y="10"/>
                      <a:pt x="716" y="10"/>
                      <a:pt x="716" y="10"/>
                    </a:cubicBezTo>
                    <a:cubicBezTo>
                      <a:pt x="715" y="10"/>
                      <a:pt x="714" y="11"/>
                      <a:pt x="714" y="12"/>
                    </a:cubicBezTo>
                    <a:cubicBezTo>
                      <a:pt x="713" y="13"/>
                      <a:pt x="713" y="14"/>
                      <a:pt x="713" y="16"/>
                    </a:cubicBezTo>
                    <a:cubicBezTo>
                      <a:pt x="713" y="16"/>
                      <a:pt x="713" y="16"/>
                      <a:pt x="713" y="16"/>
                    </a:cubicBezTo>
                    <a:cubicBezTo>
                      <a:pt x="711" y="16"/>
                      <a:pt x="711" y="16"/>
                      <a:pt x="711" y="16"/>
                    </a:cubicBezTo>
                    <a:cubicBezTo>
                      <a:pt x="711" y="0"/>
                      <a:pt x="711" y="0"/>
                      <a:pt x="711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1"/>
                      <a:pt x="713" y="1"/>
                      <a:pt x="713" y="1"/>
                    </a:cubicBezTo>
                    <a:cubicBezTo>
                      <a:pt x="713" y="2"/>
                      <a:pt x="714" y="3"/>
                      <a:pt x="714" y="4"/>
                    </a:cubicBezTo>
                    <a:cubicBezTo>
                      <a:pt x="715" y="5"/>
                      <a:pt x="716" y="5"/>
                      <a:pt x="717" y="6"/>
                    </a:cubicBezTo>
                    <a:cubicBezTo>
                      <a:pt x="740" y="19"/>
                      <a:pt x="740" y="19"/>
                      <a:pt x="74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2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080674" y="3588472"/>
                <a:ext cx="75151" cy="19566"/>
              </a:xfrm>
              <a:custGeom>
                <a:avLst/>
                <a:gdLst>
                  <a:gd name="T0" fmla="*/ 0 w 163"/>
                  <a:gd name="T1" fmla="*/ 39 h 42"/>
                  <a:gd name="T2" fmla="*/ 11 w 163"/>
                  <a:gd name="T3" fmla="*/ 35 h 42"/>
                  <a:gd name="T4" fmla="*/ 10 w 163"/>
                  <a:gd name="T5" fmla="*/ 8 h 42"/>
                  <a:gd name="T6" fmla="*/ 4 w 163"/>
                  <a:gd name="T7" fmla="*/ 7 h 42"/>
                  <a:gd name="T8" fmla="*/ 2 w 163"/>
                  <a:gd name="T9" fmla="*/ 5 h 42"/>
                  <a:gd name="T10" fmla="*/ 19 w 163"/>
                  <a:gd name="T11" fmla="*/ 0 h 42"/>
                  <a:gd name="T12" fmla="*/ 21 w 163"/>
                  <a:gd name="T13" fmla="*/ 35 h 42"/>
                  <a:gd name="T14" fmla="*/ 31 w 163"/>
                  <a:gd name="T15" fmla="*/ 39 h 42"/>
                  <a:gd name="T16" fmla="*/ 23 w 163"/>
                  <a:gd name="T17" fmla="*/ 41 h 42"/>
                  <a:gd name="T18" fmla="*/ 7 w 163"/>
                  <a:gd name="T19" fmla="*/ 41 h 42"/>
                  <a:gd name="T20" fmla="*/ 56 w 163"/>
                  <a:gd name="T21" fmla="*/ 23 h 42"/>
                  <a:gd name="T22" fmla="*/ 51 w 163"/>
                  <a:gd name="T23" fmla="*/ 26 h 42"/>
                  <a:gd name="T24" fmla="*/ 52 w 163"/>
                  <a:gd name="T25" fmla="*/ 37 h 42"/>
                  <a:gd name="T26" fmla="*/ 66 w 163"/>
                  <a:gd name="T27" fmla="*/ 37 h 42"/>
                  <a:gd name="T28" fmla="*/ 66 w 163"/>
                  <a:gd name="T29" fmla="*/ 27 h 42"/>
                  <a:gd name="T30" fmla="*/ 61 w 163"/>
                  <a:gd name="T31" fmla="*/ 16 h 42"/>
                  <a:gd name="T32" fmla="*/ 65 w 163"/>
                  <a:gd name="T33" fmla="*/ 13 h 42"/>
                  <a:gd name="T34" fmla="*/ 64 w 163"/>
                  <a:gd name="T35" fmla="*/ 5 h 42"/>
                  <a:gd name="T36" fmla="*/ 53 w 163"/>
                  <a:gd name="T37" fmla="*/ 4 h 42"/>
                  <a:gd name="T38" fmla="*/ 53 w 163"/>
                  <a:gd name="T39" fmla="*/ 12 h 42"/>
                  <a:gd name="T40" fmla="*/ 51 w 163"/>
                  <a:gd name="T41" fmla="*/ 21 h 42"/>
                  <a:gd name="T42" fmla="*/ 45 w 163"/>
                  <a:gd name="T43" fmla="*/ 16 h 42"/>
                  <a:gd name="T44" fmla="*/ 47 w 163"/>
                  <a:gd name="T45" fmla="*/ 3 h 42"/>
                  <a:gd name="T46" fmla="*/ 71 w 163"/>
                  <a:gd name="T47" fmla="*/ 3 h 42"/>
                  <a:gd name="T48" fmla="*/ 73 w 163"/>
                  <a:gd name="T49" fmla="*/ 14 h 42"/>
                  <a:gd name="T50" fmla="*/ 74 w 163"/>
                  <a:gd name="T51" fmla="*/ 23 h 42"/>
                  <a:gd name="T52" fmla="*/ 72 w 163"/>
                  <a:gd name="T53" fmla="*/ 39 h 42"/>
                  <a:gd name="T54" fmla="*/ 45 w 163"/>
                  <a:gd name="T55" fmla="*/ 39 h 42"/>
                  <a:gd name="T56" fmla="*/ 43 w 163"/>
                  <a:gd name="T57" fmla="*/ 25 h 42"/>
                  <a:gd name="T58" fmla="*/ 83 w 163"/>
                  <a:gd name="T59" fmla="*/ 39 h 42"/>
                  <a:gd name="T60" fmla="*/ 87 w 163"/>
                  <a:gd name="T61" fmla="*/ 36 h 42"/>
                  <a:gd name="T62" fmla="*/ 95 w 163"/>
                  <a:gd name="T63" fmla="*/ 38 h 42"/>
                  <a:gd name="T64" fmla="*/ 109 w 163"/>
                  <a:gd name="T65" fmla="*/ 22 h 42"/>
                  <a:gd name="T66" fmla="*/ 103 w 163"/>
                  <a:gd name="T67" fmla="*/ 27 h 42"/>
                  <a:gd name="T68" fmla="*/ 87 w 163"/>
                  <a:gd name="T69" fmla="*/ 25 h 42"/>
                  <a:gd name="T70" fmla="*/ 88 w 163"/>
                  <a:gd name="T71" fmla="*/ 5 h 42"/>
                  <a:gd name="T72" fmla="*/ 115 w 163"/>
                  <a:gd name="T73" fmla="*/ 5 h 42"/>
                  <a:gd name="T74" fmla="*/ 118 w 163"/>
                  <a:gd name="T75" fmla="*/ 28 h 42"/>
                  <a:gd name="T76" fmla="*/ 105 w 163"/>
                  <a:gd name="T77" fmla="*/ 41 h 42"/>
                  <a:gd name="T78" fmla="*/ 89 w 163"/>
                  <a:gd name="T79" fmla="*/ 41 h 42"/>
                  <a:gd name="T80" fmla="*/ 101 w 163"/>
                  <a:gd name="T81" fmla="*/ 23 h 42"/>
                  <a:gd name="T82" fmla="*/ 107 w 163"/>
                  <a:gd name="T83" fmla="*/ 21 h 42"/>
                  <a:gd name="T84" fmla="*/ 106 w 163"/>
                  <a:gd name="T85" fmla="*/ 7 h 42"/>
                  <a:gd name="T86" fmla="*/ 95 w 163"/>
                  <a:gd name="T87" fmla="*/ 6 h 42"/>
                  <a:gd name="T88" fmla="*/ 96 w 163"/>
                  <a:gd name="T89" fmla="*/ 20 h 42"/>
                  <a:gd name="T90" fmla="*/ 145 w 163"/>
                  <a:gd name="T91" fmla="*/ 19 h 42"/>
                  <a:gd name="T92" fmla="*/ 140 w 163"/>
                  <a:gd name="T93" fmla="*/ 22 h 42"/>
                  <a:gd name="T94" fmla="*/ 140 w 163"/>
                  <a:gd name="T95" fmla="*/ 36 h 42"/>
                  <a:gd name="T96" fmla="*/ 151 w 163"/>
                  <a:gd name="T97" fmla="*/ 37 h 42"/>
                  <a:gd name="T98" fmla="*/ 151 w 163"/>
                  <a:gd name="T99" fmla="*/ 22 h 42"/>
                  <a:gd name="T100" fmla="*/ 163 w 163"/>
                  <a:gd name="T101" fmla="*/ 4 h 42"/>
                  <a:gd name="T102" fmla="*/ 159 w 163"/>
                  <a:gd name="T103" fmla="*/ 7 h 42"/>
                  <a:gd name="T104" fmla="*/ 151 w 163"/>
                  <a:gd name="T105" fmla="*/ 4 h 42"/>
                  <a:gd name="T106" fmla="*/ 137 w 163"/>
                  <a:gd name="T107" fmla="*/ 21 h 42"/>
                  <a:gd name="T108" fmla="*/ 143 w 163"/>
                  <a:gd name="T109" fmla="*/ 16 h 42"/>
                  <a:gd name="T110" fmla="*/ 160 w 163"/>
                  <a:gd name="T111" fmla="*/ 17 h 42"/>
                  <a:gd name="T112" fmla="*/ 158 w 163"/>
                  <a:gd name="T113" fmla="*/ 38 h 42"/>
                  <a:gd name="T114" fmla="*/ 131 w 163"/>
                  <a:gd name="T115" fmla="*/ 37 h 42"/>
                  <a:gd name="T116" fmla="*/ 128 w 163"/>
                  <a:gd name="T117" fmla="*/ 15 h 42"/>
                  <a:gd name="T118" fmla="*/ 141 w 163"/>
                  <a:gd name="T119" fmla="*/ 2 h 42"/>
                  <a:gd name="T120" fmla="*/ 158 w 163"/>
                  <a:gd name="T12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3" h="42">
                    <a:moveTo>
                      <a:pt x="0" y="41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39"/>
                      <a:pt x="8" y="39"/>
                      <a:pt x="9" y="38"/>
                    </a:cubicBezTo>
                    <a:cubicBezTo>
                      <a:pt x="10" y="38"/>
                      <a:pt x="11" y="37"/>
                      <a:pt x="11" y="35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9" y="8"/>
                      <a:pt x="8" y="7"/>
                      <a:pt x="6" y="7"/>
                    </a:cubicBezTo>
                    <a:cubicBezTo>
                      <a:pt x="6" y="7"/>
                      <a:pt x="5" y="7"/>
                      <a:pt x="4" y="7"/>
                    </a:cubicBezTo>
                    <a:cubicBezTo>
                      <a:pt x="3" y="7"/>
                      <a:pt x="2" y="8"/>
                      <a:pt x="2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5" y="5"/>
                      <a:pt x="8" y="4"/>
                      <a:pt x="11" y="4"/>
                    </a:cubicBezTo>
                    <a:cubicBezTo>
                      <a:pt x="13" y="3"/>
                      <a:pt x="16" y="2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7"/>
                      <a:pt x="22" y="38"/>
                      <a:pt x="23" y="38"/>
                    </a:cubicBezTo>
                    <a:cubicBezTo>
                      <a:pt x="24" y="38"/>
                      <a:pt x="27" y="39"/>
                      <a:pt x="31" y="39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28" y="41"/>
                      <a:pt x="26" y="41"/>
                      <a:pt x="23" y="41"/>
                    </a:cubicBezTo>
                    <a:cubicBezTo>
                      <a:pt x="21" y="41"/>
                      <a:pt x="18" y="41"/>
                      <a:pt x="16" y="41"/>
                    </a:cubicBezTo>
                    <a:cubicBezTo>
                      <a:pt x="12" y="41"/>
                      <a:pt x="9" y="41"/>
                      <a:pt x="7" y="41"/>
                    </a:cubicBezTo>
                    <a:cubicBezTo>
                      <a:pt x="4" y="41"/>
                      <a:pt x="2" y="41"/>
                      <a:pt x="0" y="41"/>
                    </a:cubicBezTo>
                    <a:close/>
                    <a:moveTo>
                      <a:pt x="56" y="23"/>
                    </a:move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4"/>
                      <a:pt x="52" y="25"/>
                      <a:pt x="51" y="26"/>
                    </a:cubicBezTo>
                    <a:cubicBezTo>
                      <a:pt x="50" y="28"/>
                      <a:pt x="49" y="29"/>
                      <a:pt x="49" y="31"/>
                    </a:cubicBezTo>
                    <a:cubicBezTo>
                      <a:pt x="49" y="33"/>
                      <a:pt x="50" y="35"/>
                      <a:pt x="52" y="37"/>
                    </a:cubicBezTo>
                    <a:cubicBezTo>
                      <a:pt x="54" y="38"/>
                      <a:pt x="57" y="39"/>
                      <a:pt x="60" y="39"/>
                    </a:cubicBezTo>
                    <a:cubicBezTo>
                      <a:pt x="62" y="39"/>
                      <a:pt x="64" y="39"/>
                      <a:pt x="66" y="37"/>
                    </a:cubicBezTo>
                    <a:cubicBezTo>
                      <a:pt x="68" y="36"/>
                      <a:pt x="69" y="34"/>
                      <a:pt x="69" y="32"/>
                    </a:cubicBezTo>
                    <a:cubicBezTo>
                      <a:pt x="69" y="31"/>
                      <a:pt x="68" y="29"/>
                      <a:pt x="66" y="27"/>
                    </a:cubicBezTo>
                    <a:cubicBezTo>
                      <a:pt x="64" y="26"/>
                      <a:pt x="61" y="24"/>
                      <a:pt x="56" y="23"/>
                    </a:cubicBezTo>
                    <a:close/>
                    <a:moveTo>
                      <a:pt x="61" y="16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63" y="15"/>
                      <a:pt x="64" y="14"/>
                      <a:pt x="65" y="13"/>
                    </a:cubicBezTo>
                    <a:cubicBezTo>
                      <a:pt x="66" y="12"/>
                      <a:pt x="67" y="11"/>
                      <a:pt x="67" y="9"/>
                    </a:cubicBezTo>
                    <a:cubicBezTo>
                      <a:pt x="67" y="7"/>
                      <a:pt x="66" y="6"/>
                      <a:pt x="64" y="5"/>
                    </a:cubicBezTo>
                    <a:cubicBezTo>
                      <a:pt x="63" y="3"/>
                      <a:pt x="61" y="3"/>
                      <a:pt x="58" y="3"/>
                    </a:cubicBezTo>
                    <a:cubicBezTo>
                      <a:pt x="56" y="3"/>
                      <a:pt x="55" y="3"/>
                      <a:pt x="53" y="4"/>
                    </a:cubicBezTo>
                    <a:cubicBezTo>
                      <a:pt x="52" y="5"/>
                      <a:pt x="51" y="6"/>
                      <a:pt x="51" y="8"/>
                    </a:cubicBezTo>
                    <a:cubicBezTo>
                      <a:pt x="51" y="10"/>
                      <a:pt x="52" y="11"/>
                      <a:pt x="53" y="12"/>
                    </a:cubicBezTo>
                    <a:cubicBezTo>
                      <a:pt x="55" y="14"/>
                      <a:pt x="58" y="15"/>
                      <a:pt x="61" y="16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8" y="19"/>
                      <a:pt x="46" y="18"/>
                      <a:pt x="45" y="16"/>
                    </a:cubicBezTo>
                    <a:cubicBezTo>
                      <a:pt x="43" y="14"/>
                      <a:pt x="42" y="13"/>
                      <a:pt x="42" y="11"/>
                    </a:cubicBezTo>
                    <a:cubicBezTo>
                      <a:pt x="42" y="8"/>
                      <a:pt x="44" y="5"/>
                      <a:pt x="47" y="3"/>
                    </a:cubicBezTo>
                    <a:cubicBezTo>
                      <a:pt x="50" y="1"/>
                      <a:pt x="55" y="0"/>
                      <a:pt x="60" y="0"/>
                    </a:cubicBezTo>
                    <a:cubicBezTo>
                      <a:pt x="64" y="0"/>
                      <a:pt x="68" y="1"/>
                      <a:pt x="71" y="3"/>
                    </a:cubicBezTo>
                    <a:cubicBezTo>
                      <a:pt x="73" y="4"/>
                      <a:pt x="75" y="6"/>
                      <a:pt x="75" y="9"/>
                    </a:cubicBezTo>
                    <a:cubicBezTo>
                      <a:pt x="75" y="11"/>
                      <a:pt x="74" y="12"/>
                      <a:pt x="73" y="14"/>
                    </a:cubicBezTo>
                    <a:cubicBezTo>
                      <a:pt x="71" y="15"/>
                      <a:pt x="69" y="17"/>
                      <a:pt x="65" y="18"/>
                    </a:cubicBezTo>
                    <a:cubicBezTo>
                      <a:pt x="69" y="20"/>
                      <a:pt x="72" y="21"/>
                      <a:pt x="74" y="23"/>
                    </a:cubicBezTo>
                    <a:cubicBezTo>
                      <a:pt x="76" y="25"/>
                      <a:pt x="77" y="27"/>
                      <a:pt x="77" y="30"/>
                    </a:cubicBezTo>
                    <a:cubicBezTo>
                      <a:pt x="77" y="33"/>
                      <a:pt x="75" y="37"/>
                      <a:pt x="72" y="39"/>
                    </a:cubicBezTo>
                    <a:cubicBezTo>
                      <a:pt x="69" y="41"/>
                      <a:pt x="64" y="42"/>
                      <a:pt x="59" y="42"/>
                    </a:cubicBezTo>
                    <a:cubicBezTo>
                      <a:pt x="53" y="42"/>
                      <a:pt x="48" y="41"/>
                      <a:pt x="45" y="39"/>
                    </a:cubicBezTo>
                    <a:cubicBezTo>
                      <a:pt x="41" y="37"/>
                      <a:pt x="40" y="35"/>
                      <a:pt x="40" y="31"/>
                    </a:cubicBezTo>
                    <a:cubicBezTo>
                      <a:pt x="40" y="29"/>
                      <a:pt x="41" y="27"/>
                      <a:pt x="43" y="25"/>
                    </a:cubicBezTo>
                    <a:cubicBezTo>
                      <a:pt x="44" y="24"/>
                      <a:pt x="47" y="22"/>
                      <a:pt x="51" y="21"/>
                    </a:cubicBezTo>
                    <a:close/>
                    <a:moveTo>
                      <a:pt x="83" y="39"/>
                    </a:moveTo>
                    <a:cubicBezTo>
                      <a:pt x="83" y="39"/>
                      <a:pt x="83" y="39"/>
                      <a:pt x="83" y="39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7"/>
                      <a:pt x="90" y="37"/>
                      <a:pt x="91" y="38"/>
                    </a:cubicBezTo>
                    <a:cubicBezTo>
                      <a:pt x="92" y="38"/>
                      <a:pt x="93" y="38"/>
                      <a:pt x="95" y="38"/>
                    </a:cubicBezTo>
                    <a:cubicBezTo>
                      <a:pt x="99" y="38"/>
                      <a:pt x="102" y="37"/>
                      <a:pt x="105" y="34"/>
                    </a:cubicBezTo>
                    <a:cubicBezTo>
                      <a:pt x="108" y="31"/>
                      <a:pt x="109" y="27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4"/>
                      <a:pt x="106" y="26"/>
                      <a:pt x="103" y="27"/>
                    </a:cubicBezTo>
                    <a:cubicBezTo>
                      <a:pt x="101" y="28"/>
                      <a:pt x="99" y="29"/>
                      <a:pt x="96" y="29"/>
                    </a:cubicBezTo>
                    <a:cubicBezTo>
                      <a:pt x="92" y="29"/>
                      <a:pt x="89" y="27"/>
                      <a:pt x="87" y="25"/>
                    </a:cubicBezTo>
                    <a:cubicBezTo>
                      <a:pt x="84" y="23"/>
                      <a:pt x="83" y="20"/>
                      <a:pt x="83" y="16"/>
                    </a:cubicBezTo>
                    <a:cubicBezTo>
                      <a:pt x="83" y="11"/>
                      <a:pt x="85" y="8"/>
                      <a:pt x="88" y="5"/>
                    </a:cubicBezTo>
                    <a:cubicBezTo>
                      <a:pt x="91" y="2"/>
                      <a:pt x="96" y="0"/>
                      <a:pt x="101" y="0"/>
                    </a:cubicBezTo>
                    <a:cubicBezTo>
                      <a:pt x="107" y="0"/>
                      <a:pt x="112" y="2"/>
                      <a:pt x="115" y="5"/>
                    </a:cubicBezTo>
                    <a:cubicBezTo>
                      <a:pt x="118" y="8"/>
                      <a:pt x="120" y="13"/>
                      <a:pt x="120" y="19"/>
                    </a:cubicBezTo>
                    <a:cubicBezTo>
                      <a:pt x="120" y="22"/>
                      <a:pt x="119" y="25"/>
                      <a:pt x="118" y="28"/>
                    </a:cubicBezTo>
                    <a:cubicBezTo>
                      <a:pt x="117" y="31"/>
                      <a:pt x="115" y="33"/>
                      <a:pt x="113" y="36"/>
                    </a:cubicBezTo>
                    <a:cubicBezTo>
                      <a:pt x="110" y="38"/>
                      <a:pt x="108" y="39"/>
                      <a:pt x="105" y="41"/>
                    </a:cubicBezTo>
                    <a:cubicBezTo>
                      <a:pt x="102" y="42"/>
                      <a:pt x="99" y="42"/>
                      <a:pt x="95" y="42"/>
                    </a:cubicBezTo>
                    <a:cubicBezTo>
                      <a:pt x="93" y="42"/>
                      <a:pt x="91" y="42"/>
                      <a:pt x="89" y="41"/>
                    </a:cubicBezTo>
                    <a:cubicBezTo>
                      <a:pt x="87" y="41"/>
                      <a:pt x="85" y="40"/>
                      <a:pt x="83" y="39"/>
                    </a:cubicBezTo>
                    <a:close/>
                    <a:moveTo>
                      <a:pt x="101" y="23"/>
                    </a:moveTo>
                    <a:cubicBezTo>
                      <a:pt x="101" y="23"/>
                      <a:pt x="101" y="23"/>
                      <a:pt x="101" y="23"/>
                    </a:cubicBezTo>
                    <a:cubicBezTo>
                      <a:pt x="104" y="23"/>
                      <a:pt x="105" y="22"/>
                      <a:pt x="107" y="21"/>
                    </a:cubicBezTo>
                    <a:cubicBezTo>
                      <a:pt x="108" y="20"/>
                      <a:pt x="109" y="18"/>
                      <a:pt x="109" y="16"/>
                    </a:cubicBezTo>
                    <a:cubicBezTo>
                      <a:pt x="109" y="12"/>
                      <a:pt x="108" y="9"/>
                      <a:pt x="106" y="7"/>
                    </a:cubicBezTo>
                    <a:cubicBezTo>
                      <a:pt x="105" y="5"/>
                      <a:pt x="103" y="4"/>
                      <a:pt x="100" y="4"/>
                    </a:cubicBezTo>
                    <a:cubicBezTo>
                      <a:pt x="98" y="4"/>
                      <a:pt x="96" y="4"/>
                      <a:pt x="95" y="6"/>
                    </a:cubicBezTo>
                    <a:cubicBezTo>
                      <a:pt x="94" y="8"/>
                      <a:pt x="94" y="10"/>
                      <a:pt x="94" y="13"/>
                    </a:cubicBezTo>
                    <a:cubicBezTo>
                      <a:pt x="94" y="16"/>
                      <a:pt x="94" y="18"/>
                      <a:pt x="96" y="20"/>
                    </a:cubicBezTo>
                    <a:cubicBezTo>
                      <a:pt x="97" y="22"/>
                      <a:pt x="99" y="23"/>
                      <a:pt x="101" y="23"/>
                    </a:cubicBezTo>
                    <a:close/>
                    <a:moveTo>
                      <a:pt x="145" y="19"/>
                    </a:moveTo>
                    <a:cubicBezTo>
                      <a:pt x="145" y="19"/>
                      <a:pt x="145" y="19"/>
                      <a:pt x="145" y="19"/>
                    </a:cubicBezTo>
                    <a:cubicBezTo>
                      <a:pt x="143" y="19"/>
                      <a:pt x="141" y="20"/>
                      <a:pt x="140" y="22"/>
                    </a:cubicBezTo>
                    <a:cubicBezTo>
                      <a:pt x="138" y="23"/>
                      <a:pt x="138" y="25"/>
                      <a:pt x="138" y="28"/>
                    </a:cubicBezTo>
                    <a:cubicBezTo>
                      <a:pt x="138" y="31"/>
                      <a:pt x="139" y="34"/>
                      <a:pt x="140" y="36"/>
                    </a:cubicBezTo>
                    <a:cubicBezTo>
                      <a:pt x="142" y="38"/>
                      <a:pt x="144" y="39"/>
                      <a:pt x="146" y="39"/>
                    </a:cubicBezTo>
                    <a:cubicBezTo>
                      <a:pt x="148" y="39"/>
                      <a:pt x="150" y="38"/>
                      <a:pt x="151" y="37"/>
                    </a:cubicBezTo>
                    <a:cubicBezTo>
                      <a:pt x="152" y="35"/>
                      <a:pt x="153" y="33"/>
                      <a:pt x="153" y="30"/>
                    </a:cubicBezTo>
                    <a:cubicBezTo>
                      <a:pt x="153" y="27"/>
                      <a:pt x="152" y="24"/>
                      <a:pt x="151" y="22"/>
                    </a:cubicBezTo>
                    <a:cubicBezTo>
                      <a:pt x="149" y="20"/>
                      <a:pt x="147" y="19"/>
                      <a:pt x="145" y="19"/>
                    </a:cubicBezTo>
                    <a:close/>
                    <a:moveTo>
                      <a:pt x="163" y="4"/>
                    </a:moveTo>
                    <a:cubicBezTo>
                      <a:pt x="163" y="4"/>
                      <a:pt x="163" y="4"/>
                      <a:pt x="163" y="4"/>
                    </a:cubicBezTo>
                    <a:cubicBezTo>
                      <a:pt x="159" y="7"/>
                      <a:pt x="159" y="7"/>
                      <a:pt x="159" y="7"/>
                    </a:cubicBezTo>
                    <a:cubicBezTo>
                      <a:pt x="158" y="6"/>
                      <a:pt x="157" y="5"/>
                      <a:pt x="155" y="5"/>
                    </a:cubicBezTo>
                    <a:cubicBezTo>
                      <a:pt x="154" y="4"/>
                      <a:pt x="153" y="4"/>
                      <a:pt x="151" y="4"/>
                    </a:cubicBezTo>
                    <a:cubicBezTo>
                      <a:pt x="147" y="4"/>
                      <a:pt x="144" y="6"/>
                      <a:pt x="141" y="9"/>
                    </a:cubicBezTo>
                    <a:cubicBezTo>
                      <a:pt x="138" y="12"/>
                      <a:pt x="137" y="16"/>
                      <a:pt x="137" y="21"/>
                    </a:cubicBezTo>
                    <a:cubicBezTo>
                      <a:pt x="137" y="21"/>
                      <a:pt x="137" y="21"/>
                      <a:pt x="137" y="21"/>
                    </a:cubicBezTo>
                    <a:cubicBezTo>
                      <a:pt x="139" y="19"/>
                      <a:pt x="141" y="17"/>
                      <a:pt x="143" y="16"/>
                    </a:cubicBezTo>
                    <a:cubicBezTo>
                      <a:pt x="145" y="15"/>
                      <a:pt x="147" y="14"/>
                      <a:pt x="150" y="14"/>
                    </a:cubicBezTo>
                    <a:cubicBezTo>
                      <a:pt x="154" y="14"/>
                      <a:pt x="157" y="15"/>
                      <a:pt x="160" y="17"/>
                    </a:cubicBezTo>
                    <a:cubicBezTo>
                      <a:pt x="162" y="20"/>
                      <a:pt x="163" y="23"/>
                      <a:pt x="163" y="27"/>
                    </a:cubicBezTo>
                    <a:cubicBezTo>
                      <a:pt x="163" y="31"/>
                      <a:pt x="162" y="35"/>
                      <a:pt x="158" y="38"/>
                    </a:cubicBezTo>
                    <a:cubicBezTo>
                      <a:pt x="155" y="41"/>
                      <a:pt x="151" y="42"/>
                      <a:pt x="145" y="42"/>
                    </a:cubicBezTo>
                    <a:cubicBezTo>
                      <a:pt x="139" y="42"/>
                      <a:pt x="135" y="41"/>
                      <a:pt x="131" y="37"/>
                    </a:cubicBezTo>
                    <a:cubicBezTo>
                      <a:pt x="128" y="34"/>
                      <a:pt x="127" y="30"/>
                      <a:pt x="127" y="24"/>
                    </a:cubicBezTo>
                    <a:cubicBezTo>
                      <a:pt x="127" y="20"/>
                      <a:pt x="127" y="17"/>
                      <a:pt x="128" y="15"/>
                    </a:cubicBezTo>
                    <a:cubicBezTo>
                      <a:pt x="130" y="12"/>
                      <a:pt x="131" y="9"/>
                      <a:pt x="133" y="7"/>
                    </a:cubicBezTo>
                    <a:cubicBezTo>
                      <a:pt x="136" y="5"/>
                      <a:pt x="139" y="3"/>
                      <a:pt x="141" y="2"/>
                    </a:cubicBezTo>
                    <a:cubicBezTo>
                      <a:pt x="144" y="1"/>
                      <a:pt x="148" y="0"/>
                      <a:pt x="151" y="0"/>
                    </a:cubicBezTo>
                    <a:cubicBezTo>
                      <a:pt x="153" y="0"/>
                      <a:pt x="156" y="1"/>
                      <a:pt x="158" y="1"/>
                    </a:cubicBezTo>
                    <a:cubicBezTo>
                      <a:pt x="159" y="2"/>
                      <a:pt x="161" y="3"/>
                      <a:pt x="16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3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982177" y="3351011"/>
                <a:ext cx="266587" cy="249911"/>
              </a:xfrm>
              <a:custGeom>
                <a:avLst/>
                <a:gdLst>
                  <a:gd name="T0" fmla="*/ 289 w 577"/>
                  <a:gd name="T1" fmla="*/ 0 h 541"/>
                  <a:gd name="T2" fmla="*/ 577 w 577"/>
                  <a:gd name="T3" fmla="*/ 288 h 541"/>
                  <a:gd name="T4" fmla="*/ 427 w 577"/>
                  <a:gd name="T5" fmla="*/ 541 h 541"/>
                  <a:gd name="T6" fmla="*/ 422 w 577"/>
                  <a:gd name="T7" fmla="*/ 530 h 541"/>
                  <a:gd name="T8" fmla="*/ 564 w 577"/>
                  <a:gd name="T9" fmla="*/ 288 h 541"/>
                  <a:gd name="T10" fmla="*/ 289 w 577"/>
                  <a:gd name="T11" fmla="*/ 12 h 541"/>
                  <a:gd name="T12" fmla="*/ 13 w 577"/>
                  <a:gd name="T13" fmla="*/ 288 h 541"/>
                  <a:gd name="T14" fmla="*/ 156 w 577"/>
                  <a:gd name="T15" fmla="*/ 530 h 541"/>
                  <a:gd name="T16" fmla="*/ 151 w 577"/>
                  <a:gd name="T17" fmla="*/ 541 h 541"/>
                  <a:gd name="T18" fmla="*/ 0 w 577"/>
                  <a:gd name="T19" fmla="*/ 288 h 541"/>
                  <a:gd name="T20" fmla="*/ 289 w 577"/>
                  <a:gd name="T21" fmla="*/ 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541">
                    <a:moveTo>
                      <a:pt x="289" y="0"/>
                    </a:moveTo>
                    <a:cubicBezTo>
                      <a:pt x="447" y="0"/>
                      <a:pt x="577" y="129"/>
                      <a:pt x="577" y="288"/>
                    </a:cubicBezTo>
                    <a:cubicBezTo>
                      <a:pt x="577" y="397"/>
                      <a:pt x="516" y="491"/>
                      <a:pt x="427" y="541"/>
                    </a:cubicBezTo>
                    <a:cubicBezTo>
                      <a:pt x="422" y="530"/>
                      <a:pt x="422" y="530"/>
                      <a:pt x="422" y="530"/>
                    </a:cubicBezTo>
                    <a:cubicBezTo>
                      <a:pt x="507" y="482"/>
                      <a:pt x="564" y="392"/>
                      <a:pt x="564" y="288"/>
                    </a:cubicBezTo>
                    <a:cubicBezTo>
                      <a:pt x="564" y="136"/>
                      <a:pt x="440" y="12"/>
                      <a:pt x="289" y="12"/>
                    </a:cubicBezTo>
                    <a:cubicBezTo>
                      <a:pt x="137" y="12"/>
                      <a:pt x="13" y="136"/>
                      <a:pt x="13" y="288"/>
                    </a:cubicBezTo>
                    <a:cubicBezTo>
                      <a:pt x="13" y="392"/>
                      <a:pt x="71" y="483"/>
                      <a:pt x="156" y="530"/>
                    </a:cubicBezTo>
                    <a:cubicBezTo>
                      <a:pt x="151" y="541"/>
                      <a:pt x="151" y="541"/>
                      <a:pt x="151" y="541"/>
                    </a:cubicBezTo>
                    <a:cubicBezTo>
                      <a:pt x="61" y="492"/>
                      <a:pt x="0" y="397"/>
                      <a:pt x="0" y="288"/>
                    </a:cubicBezTo>
                    <a:cubicBezTo>
                      <a:pt x="0" y="129"/>
                      <a:pt x="130" y="0"/>
                      <a:pt x="28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COMMONDATA" val="eyJjb3VudCI6OCwiaGRpZCI6IjM3YjMyMjUxY2UwZGZhYTg4YmJkYmYxNTM4NGY5MmI5IiwidXNlckNvdW50Ijo4fQ=="/>
  <p:tag name="commondata" val="eyJjb3VudCI6OSwiaGRpZCI6ImM4NzEyZDFmNWUzYWU2ZjQyMjBjZGIyODZmOThhYWU1IiwidXNlckNvdW50IjoxfQ=="/>
</p:tagLst>
</file>

<file path=ppt/theme/theme1.xml><?xml version="1.0" encoding="utf-8"?>
<a:theme xmlns:a="http://schemas.openxmlformats.org/drawingml/2006/main" name="Office 主题​​">
  <a:themeElements>
    <a:clrScheme name="自定义 45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222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5-3">
      <a:majorFont>
        <a:latin typeface="Century Gothic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1979</Words>
  <Application>WPS 演示</Application>
  <PresentationFormat>全屏显示(16:9)</PresentationFormat>
  <Paragraphs>267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Times New Roman</vt:lpstr>
      <vt:lpstr>Calibri Light</vt:lpstr>
      <vt:lpstr>方正宋刻本秀楷简体</vt:lpstr>
      <vt:lpstr>方正兰亭黑_GBK</vt:lpstr>
      <vt:lpstr>黑体</vt:lpstr>
      <vt:lpstr>Century Gothic</vt:lpstr>
      <vt:lpstr>微软雅黑 Light</vt:lpstr>
      <vt:lpstr>Gill Sans</vt:lpstr>
      <vt:lpstr>Arial Unicode MS</vt:lpstr>
      <vt:lpstr>Calibri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Pandada</dc:creator>
  <cp:lastModifiedBy>李代强</cp:lastModifiedBy>
  <cp:revision>105</cp:revision>
  <dcterms:created xsi:type="dcterms:W3CDTF">2019-01-15T03:31:00Z</dcterms:created>
  <dcterms:modified xsi:type="dcterms:W3CDTF">2023-12-21T02:16:54Z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KSOTemplateUUID">
    <vt:lpwstr>v1.0_mb_WChxz7IEa5wdrLWLwshOHA==</vt:lpwstr>
  </property>
  <property fmtid="{D5CDD505-2E9C-101B-9397-08002B2CF9AE}" pid="4" name="ICV">
    <vt:lpwstr>A348C8D81F8249568FC7969935A5643A_13</vt:lpwstr>
  </property>
</Properties>
</file>